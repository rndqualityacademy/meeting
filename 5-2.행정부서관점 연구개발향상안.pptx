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1"/>
  </p:notesMasterIdLst>
  <p:sldIdLst>
    <p:sldId id="484" r:id="rId2"/>
    <p:sldId id="485" r:id="rId3"/>
    <p:sldId id="363" r:id="rId4"/>
    <p:sldId id="486" r:id="rId5"/>
    <p:sldId id="298" r:id="rId6"/>
    <p:sldId id="326" r:id="rId7"/>
    <p:sldId id="345" r:id="rId8"/>
    <p:sldId id="496" r:id="rId9"/>
    <p:sldId id="477" r:id="rId10"/>
    <p:sldId id="329" r:id="rId11"/>
    <p:sldId id="495" r:id="rId12"/>
    <p:sldId id="327" r:id="rId13"/>
    <p:sldId id="428" r:id="rId14"/>
    <p:sldId id="482" r:id="rId15"/>
    <p:sldId id="483" r:id="rId16"/>
    <p:sldId id="367" r:id="rId17"/>
    <p:sldId id="480" r:id="rId18"/>
    <p:sldId id="404" r:id="rId19"/>
    <p:sldId id="278" r:id="rId20"/>
  </p:sldIdLst>
  <p:sldSz cx="9144000" cy="6858000" type="screen4x3"/>
  <p:notesSz cx="6797675" cy="9928225"/>
  <p:embeddedFontLst>
    <p:embeddedFont>
      <p:font typeface="HY견명조" panose="02030600000101010101" pitchFamily="18" charset="-127"/>
      <p:regular r:id="rId22"/>
    </p:embeddedFont>
    <p:embeddedFont>
      <p:font typeface="나눔고딕 ExtraBold" panose="020D0904000000000000" pitchFamily="50" charset="-127"/>
      <p:bold r:id="rId23"/>
    </p:embeddedFont>
    <p:embeddedFont>
      <p:font typeface="Lucida Handwriting" panose="03010101010101010101" pitchFamily="66" charset="0"/>
      <p:regular r:id="rId24"/>
    </p:embeddedFont>
    <p:embeddedFont>
      <p:font typeface="나눔고딕" panose="020D0604000000000000" pitchFamily="50" charset="-127"/>
      <p:regular r:id="rId25"/>
      <p:bold r:id="rId26"/>
    </p:embeddedFont>
    <p:embeddedFont>
      <p:font typeface="HY헤드라인M" panose="02030600000101010101" pitchFamily="18" charset="-127"/>
      <p:regular r:id="rId27"/>
    </p:embeddedFont>
    <p:embeddedFont>
      <p:font typeface="Arial Narrow" panose="020B0606020202030204" pitchFamily="34" charset="0"/>
      <p:regular r:id="rId28"/>
      <p:bold r:id="rId29"/>
      <p:italic r:id="rId30"/>
      <p:boldItalic r:id="rId31"/>
    </p:embeddedFont>
    <p:embeddedFont>
      <p:font typeface="맑은 고딕" panose="020B0503020000020004" pitchFamily="50" charset="-127"/>
      <p:regular r:id="rId32"/>
      <p:bold r:id="rId33"/>
    </p:embeddedFont>
    <p:embeddedFont>
      <p:font typeface="Impact" panose="020B0806030902050204" pitchFamily="34" charset="0"/>
      <p:regular r:id="rId34"/>
    </p:embeddedFont>
    <p:embeddedFont>
      <p:font typeface="HY견고딕" panose="02030600000101010101" pitchFamily="18" charset="-127"/>
      <p:regular r:id="rId35"/>
    </p:embeddedFont>
  </p:embeddedFont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5613" indent="1588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2813" indent="1588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0013" indent="1588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7213" indent="1588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FFCC00"/>
    <a:srgbClr val="669900"/>
    <a:srgbClr val="33CCCC"/>
    <a:srgbClr val="FFFFFF"/>
    <a:srgbClr val="000000"/>
    <a:srgbClr val="663300"/>
    <a:srgbClr val="5F0101"/>
    <a:srgbClr val="FF3300"/>
    <a:srgbClr val="00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15" autoAdjust="0"/>
    <p:restoredTop sz="99779" autoAdjust="0"/>
  </p:normalViewPr>
  <p:slideViewPr>
    <p:cSldViewPr>
      <p:cViewPr>
        <p:scale>
          <a:sx n="94" d="100"/>
          <a:sy n="94" d="100"/>
        </p:scale>
        <p:origin x="-2370" y="-576"/>
      </p:cViewPr>
      <p:guideLst>
        <p:guide orient="horz" pos="2296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4" d="100"/>
          <a:sy n="84" d="100"/>
        </p:scale>
        <p:origin x="-3954" y="-102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34" Type="http://schemas.openxmlformats.org/officeDocument/2006/relationships/font" Target="fonts/font1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font" Target="fonts/font1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2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fld id="{E17796DA-1BE7-42A9-9FF6-47C8CF7473BD}" type="datetimeFigureOut">
              <a:rPr lang="ko-KR" altLang="en-US"/>
              <a:pPr>
                <a:defRPr/>
              </a:pPr>
              <a:t>2016-08-08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 smtClean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2" y="4714875"/>
            <a:ext cx="5438775" cy="44688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noProof="0" smtClean="0"/>
              <a:t>마스터 텍스트 스타일을 편집합니다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셋째 수준</a:t>
            </a:r>
          </a:p>
          <a:p>
            <a:pPr lvl="3"/>
            <a:r>
              <a:rPr lang="ko-KR" altLang="en-US" noProof="0" smtClean="0"/>
              <a:t>넷째 수준</a:t>
            </a:r>
          </a:p>
          <a:p>
            <a:pPr lvl="4"/>
            <a:r>
              <a:rPr lang="ko-KR" altLang="en-US" noProof="0" smtClean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29752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9752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fld id="{CE2FEEC2-6627-4960-8E55-80448A47DE42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461736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912813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5613" algn="l" defTabSz="912813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2813" algn="l" defTabSz="912813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0013" algn="l" defTabSz="912813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7213" algn="l" defTabSz="912813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626" algn="l" defTabSz="91425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750" algn="l" defTabSz="91425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876" algn="l" defTabSz="91425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001" algn="l" defTabSz="91425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1CC96B2-39A4-4AE6-8CBA-85A5B1617988}" type="slidenum">
              <a:rPr lang="en-US" altLang="ko-KR" smtClean="0"/>
              <a:pPr>
                <a:defRPr/>
              </a:pPr>
              <a:t>1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5087221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5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smtClean="0"/>
          </a:p>
        </p:txBody>
      </p:sp>
      <p:sp>
        <p:nvSpPr>
          <p:cNvPr id="18436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8DA02CD2-866B-4690-BC4E-0E25FFB30B45}" type="slidenum">
              <a:rPr lang="ko-KR" altLang="en-US" smtClean="0">
                <a:latin typeface="굴림" pitchFamily="50" charset="-127"/>
                <a:ea typeface="굴림" pitchFamily="50" charset="-127"/>
              </a:rPr>
              <a:pPr/>
              <a:t>2</a:t>
            </a:fld>
            <a:endParaRPr lang="en-US" altLang="ko-KR" smtClean="0">
              <a:latin typeface="굴림" pitchFamily="50" charset="-127"/>
              <a:ea typeface="굴림" pitchFamily="50" charset="-127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5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smtClean="0"/>
          </a:p>
        </p:txBody>
      </p:sp>
      <p:sp>
        <p:nvSpPr>
          <p:cNvPr id="18436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8DA02CD2-866B-4690-BC4E-0E25FFB30B45}" type="slidenum">
              <a:rPr lang="ko-KR" altLang="en-US" smtClean="0">
                <a:latin typeface="굴림" pitchFamily="50" charset="-127"/>
                <a:ea typeface="굴림" pitchFamily="50" charset="-127"/>
              </a:rPr>
              <a:pPr/>
              <a:t>3</a:t>
            </a:fld>
            <a:endParaRPr lang="en-US" altLang="ko-KR" smtClean="0">
              <a:latin typeface="굴림" pitchFamily="50" charset="-127"/>
              <a:ea typeface="굴림" pitchFamily="50" charset="-127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5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smtClean="0"/>
          </a:p>
        </p:txBody>
      </p:sp>
      <p:sp>
        <p:nvSpPr>
          <p:cNvPr id="18436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8DA02CD2-866B-4690-BC4E-0E25FFB30B45}" type="slidenum">
              <a:rPr lang="ko-KR" altLang="en-US" smtClean="0">
                <a:latin typeface="굴림" pitchFamily="50" charset="-127"/>
                <a:ea typeface="굴림" pitchFamily="50" charset="-127"/>
              </a:rPr>
              <a:pPr/>
              <a:t>4</a:t>
            </a:fld>
            <a:endParaRPr lang="en-US" altLang="ko-KR" smtClean="0">
              <a:latin typeface="굴림" pitchFamily="50" charset="-127"/>
              <a:ea typeface="굴림" pitchFamily="50" charset="-127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5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smtClean="0"/>
          </a:p>
        </p:txBody>
      </p:sp>
      <p:sp>
        <p:nvSpPr>
          <p:cNvPr id="18436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8DA02CD2-866B-4690-BC4E-0E25FFB30B45}" type="slidenum">
              <a:rPr lang="ko-KR" altLang="en-US" smtClean="0">
                <a:latin typeface="굴림" pitchFamily="50" charset="-127"/>
                <a:ea typeface="굴림" pitchFamily="50" charset="-127"/>
              </a:rPr>
              <a:pPr/>
              <a:t>5</a:t>
            </a:fld>
            <a:endParaRPr lang="en-US" altLang="ko-KR" smtClean="0">
              <a:latin typeface="굴림" pitchFamily="50" charset="-127"/>
              <a:ea typeface="굴림" pitchFamily="50" charset="-127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5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smtClean="0"/>
          </a:p>
        </p:txBody>
      </p:sp>
      <p:sp>
        <p:nvSpPr>
          <p:cNvPr id="18436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8DA02CD2-866B-4690-BC4E-0E25FFB30B45}" type="slidenum">
              <a:rPr lang="ko-KR" altLang="en-US" smtClean="0">
                <a:latin typeface="굴림" pitchFamily="50" charset="-127"/>
                <a:ea typeface="굴림" pitchFamily="50" charset="-127"/>
              </a:rPr>
              <a:pPr/>
              <a:t>6</a:t>
            </a:fld>
            <a:endParaRPr lang="en-US" altLang="ko-KR" smtClean="0">
              <a:latin typeface="굴림" pitchFamily="50" charset="-127"/>
              <a:ea typeface="굴림" pitchFamily="50" charset="-127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5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smtClean="0"/>
          </a:p>
        </p:txBody>
      </p:sp>
      <p:sp>
        <p:nvSpPr>
          <p:cNvPr id="18436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8DA02CD2-866B-4690-BC4E-0E25FFB30B45}" type="slidenum">
              <a:rPr lang="ko-KR" altLang="en-US" smtClean="0">
                <a:latin typeface="굴림" pitchFamily="50" charset="-127"/>
                <a:ea typeface="굴림" pitchFamily="50" charset="-127"/>
              </a:rPr>
              <a:pPr/>
              <a:t>7</a:t>
            </a:fld>
            <a:endParaRPr lang="en-US" altLang="ko-KR" smtClean="0">
              <a:latin typeface="굴림" pitchFamily="50" charset="-127"/>
              <a:ea typeface="굴림" pitchFamily="50" charset="-127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5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smtClean="0"/>
          </a:p>
        </p:txBody>
      </p:sp>
      <p:sp>
        <p:nvSpPr>
          <p:cNvPr id="18436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8DA02CD2-866B-4690-BC4E-0E25FFB30B45}" type="slidenum">
              <a:rPr lang="ko-KR" altLang="en-US" smtClean="0">
                <a:latin typeface="굴림" pitchFamily="50" charset="-127"/>
                <a:ea typeface="굴림" pitchFamily="50" charset="-127"/>
              </a:rPr>
              <a:pPr/>
              <a:t>8</a:t>
            </a:fld>
            <a:endParaRPr lang="en-US" altLang="ko-KR" smtClean="0">
              <a:latin typeface="굴림" pitchFamily="50" charset="-127"/>
              <a:ea typeface="굴림" pitchFamily="50" charset="-127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5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smtClean="0"/>
          </a:p>
        </p:txBody>
      </p:sp>
      <p:sp>
        <p:nvSpPr>
          <p:cNvPr id="18436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8DA02CD2-866B-4690-BC4E-0E25FFB30B45}" type="slidenum">
              <a:rPr lang="ko-KR" altLang="en-US" smtClean="0">
                <a:latin typeface="굴림" pitchFamily="50" charset="-127"/>
                <a:ea typeface="굴림" pitchFamily="50" charset="-127"/>
              </a:rPr>
              <a:pPr/>
              <a:t>9</a:t>
            </a:fld>
            <a:endParaRPr lang="en-US" altLang="ko-KR" smtClean="0">
              <a:latin typeface="굴림" pitchFamily="50" charset="-127"/>
              <a:ea typeface="굴림" pitchFamily="50" charset="-127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5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smtClean="0"/>
          </a:p>
        </p:txBody>
      </p:sp>
      <p:sp>
        <p:nvSpPr>
          <p:cNvPr id="18436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8DA02CD2-866B-4690-BC4E-0E25FFB30B45}" type="slidenum">
              <a:rPr lang="ko-KR" altLang="en-US" smtClean="0">
                <a:latin typeface="굴림" pitchFamily="50" charset="-127"/>
                <a:ea typeface="굴림" pitchFamily="50" charset="-127"/>
              </a:rPr>
              <a:pPr/>
              <a:t>10</a:t>
            </a:fld>
            <a:endParaRPr lang="en-US" altLang="ko-KR" smtClean="0">
              <a:latin typeface="굴림" pitchFamily="50" charset="-127"/>
              <a:ea typeface="굴림" pitchFamily="50" charset="-127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5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smtClean="0"/>
          </a:p>
        </p:txBody>
      </p:sp>
      <p:sp>
        <p:nvSpPr>
          <p:cNvPr id="18436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8DA02CD2-866B-4690-BC4E-0E25FFB30B45}" type="slidenum">
              <a:rPr lang="ko-KR" altLang="en-US" smtClean="0">
                <a:latin typeface="굴림" pitchFamily="50" charset="-127"/>
                <a:ea typeface="굴림" pitchFamily="50" charset="-127"/>
              </a:rPr>
              <a:pPr/>
              <a:t>11</a:t>
            </a:fld>
            <a:endParaRPr lang="en-US" altLang="ko-KR" smtClean="0">
              <a:latin typeface="굴림" pitchFamily="50" charset="-127"/>
              <a:ea typeface="굴림" pitchFamily="50" charset="-127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5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smtClean="0"/>
          </a:p>
        </p:txBody>
      </p:sp>
      <p:sp>
        <p:nvSpPr>
          <p:cNvPr id="18436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8DA02CD2-866B-4690-BC4E-0E25FFB30B45}" type="slidenum">
              <a:rPr lang="ko-KR" altLang="en-US" smtClean="0">
                <a:latin typeface="굴림" pitchFamily="50" charset="-127"/>
                <a:ea typeface="굴림" pitchFamily="50" charset="-127"/>
              </a:rPr>
              <a:pPr/>
              <a:t>12</a:t>
            </a:fld>
            <a:endParaRPr lang="en-US" altLang="ko-KR" smtClean="0">
              <a:latin typeface="굴림" pitchFamily="50" charset="-127"/>
              <a:ea typeface="굴림" pitchFamily="50" charset="-127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5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 smtClean="0"/>
          </a:p>
        </p:txBody>
      </p:sp>
      <p:sp>
        <p:nvSpPr>
          <p:cNvPr id="18436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8DA02CD2-866B-4690-BC4E-0E25FFB30B45}" type="slidenum">
              <a:rPr lang="ko-KR" altLang="en-US" smtClean="0">
                <a:latin typeface="굴림" pitchFamily="50" charset="-127"/>
                <a:ea typeface="굴림" pitchFamily="50" charset="-127"/>
              </a:rPr>
              <a:pPr/>
              <a:t>13</a:t>
            </a:fld>
            <a:endParaRPr lang="en-US" altLang="ko-KR" smtClean="0">
              <a:latin typeface="굴림" pitchFamily="50" charset="-127"/>
              <a:ea typeface="굴림" pitchFamily="50" charset="-127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5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smtClean="0"/>
          </a:p>
        </p:txBody>
      </p:sp>
      <p:sp>
        <p:nvSpPr>
          <p:cNvPr id="18436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8DA02CD2-866B-4690-BC4E-0E25FFB30B45}" type="slidenum">
              <a:rPr lang="ko-KR" altLang="en-US" smtClean="0">
                <a:latin typeface="굴림" pitchFamily="50" charset="-127"/>
                <a:ea typeface="굴림" pitchFamily="50" charset="-127"/>
              </a:rPr>
              <a:pPr/>
              <a:t>14</a:t>
            </a:fld>
            <a:endParaRPr lang="en-US" altLang="ko-KR" smtClean="0">
              <a:latin typeface="굴림" pitchFamily="50" charset="-127"/>
              <a:ea typeface="굴림" pitchFamily="50" charset="-127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5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smtClean="0"/>
          </a:p>
        </p:txBody>
      </p:sp>
      <p:sp>
        <p:nvSpPr>
          <p:cNvPr id="18436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8DA02CD2-866B-4690-BC4E-0E25FFB30B45}" type="slidenum">
              <a:rPr lang="ko-KR" altLang="en-US" smtClean="0">
                <a:latin typeface="굴림" pitchFamily="50" charset="-127"/>
                <a:ea typeface="굴림" pitchFamily="50" charset="-127"/>
              </a:rPr>
              <a:pPr/>
              <a:t>15</a:t>
            </a:fld>
            <a:endParaRPr lang="en-US" altLang="ko-KR" smtClean="0">
              <a:latin typeface="굴림" pitchFamily="50" charset="-127"/>
              <a:ea typeface="굴림" pitchFamily="50" charset="-127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5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smtClean="0"/>
          </a:p>
        </p:txBody>
      </p:sp>
      <p:sp>
        <p:nvSpPr>
          <p:cNvPr id="18436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8DA02CD2-866B-4690-BC4E-0E25FFB30B45}" type="slidenum">
              <a:rPr lang="ko-KR" altLang="en-US" smtClean="0">
                <a:latin typeface="굴림" pitchFamily="50" charset="-127"/>
                <a:ea typeface="굴림" pitchFamily="50" charset="-127"/>
              </a:rPr>
              <a:pPr/>
              <a:t>16</a:t>
            </a:fld>
            <a:endParaRPr lang="en-US" altLang="ko-KR" smtClean="0">
              <a:latin typeface="굴림" pitchFamily="50" charset="-127"/>
              <a:ea typeface="굴림" pitchFamily="50" charset="-127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5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smtClean="0"/>
          </a:p>
        </p:txBody>
      </p:sp>
      <p:sp>
        <p:nvSpPr>
          <p:cNvPr id="18436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8DA02CD2-866B-4690-BC4E-0E25FFB30B45}" type="slidenum">
              <a:rPr lang="ko-KR" altLang="en-US" smtClean="0">
                <a:latin typeface="굴림" pitchFamily="50" charset="-127"/>
                <a:ea typeface="굴림" pitchFamily="50" charset="-127"/>
              </a:rPr>
              <a:pPr/>
              <a:t>17</a:t>
            </a:fld>
            <a:endParaRPr lang="en-US" altLang="ko-KR" smtClean="0">
              <a:latin typeface="굴림" pitchFamily="50" charset="-127"/>
              <a:ea typeface="굴림" pitchFamily="50" charset="-127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5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smtClean="0"/>
          </a:p>
        </p:txBody>
      </p:sp>
      <p:sp>
        <p:nvSpPr>
          <p:cNvPr id="18436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8DA02CD2-866B-4690-BC4E-0E25FFB30B45}" type="slidenum">
              <a:rPr lang="ko-KR" altLang="en-US" smtClean="0">
                <a:latin typeface="굴림" pitchFamily="50" charset="-127"/>
                <a:ea typeface="굴림" pitchFamily="50" charset="-127"/>
              </a:rPr>
              <a:pPr/>
              <a:t>18</a:t>
            </a:fld>
            <a:endParaRPr lang="en-US" altLang="ko-KR" smtClean="0">
              <a:latin typeface="굴림" pitchFamily="50" charset="-127"/>
              <a:ea typeface="굴림" pitchFamily="50" charset="-127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제목, 텍스트 및 차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0258" y="168844"/>
            <a:ext cx="442888" cy="144000"/>
          </a:xfrm>
          <a:prstGeom prst="rect">
            <a:avLst/>
          </a:prstGeom>
        </p:spPr>
      </p:pic>
      <p:pic>
        <p:nvPicPr>
          <p:cNvPr id="5" name="Picture 21" descr="signature_6"/>
          <p:cNvPicPr>
            <a:picLocks noChangeAspect="1" noChangeArrowheads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79512" y="6573518"/>
            <a:ext cx="1275344" cy="142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8033688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6" descr="main"/>
          <p:cNvPicPr>
            <a:picLocks noChangeAspect="1" noChangeArrowheads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HY헤드라인M" pitchFamily="18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HY헤드라인M" pitchFamily="18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HY헤드라인M" pitchFamily="18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HY헤드라인M" pitchFamily="18" charset="-127"/>
        </a:defRPr>
      </a:lvl5pPr>
      <a:lvl6pPr marL="457126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25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375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501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1313" indent="-341313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100" kern="1200">
          <a:solidFill>
            <a:schemeClr val="tx1"/>
          </a:solidFill>
          <a:latin typeface="+mn-lt"/>
          <a:ea typeface="+mn-ea"/>
          <a:cs typeface="+mn-cs"/>
        </a:defRPr>
      </a:lvl1pPr>
      <a:lvl2pPr marL="741363" indent="-284163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1413" indent="-227013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598613" indent="-227013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5813" indent="-227013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187" indent="-228563" algn="l" defTabSz="91425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313" indent="-228563" algn="l" defTabSz="91425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438" indent="-228563" algn="l" defTabSz="91425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64" indent="-228563" algn="l" defTabSz="91425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250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26" algn="l" defTabSz="914250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50" algn="l" defTabSz="914250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75" algn="l" defTabSz="914250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01" algn="l" defTabSz="914250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626" algn="l" defTabSz="914250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750" algn="l" defTabSz="914250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876" algn="l" defTabSz="914250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001" algn="l" defTabSz="914250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6" descr="F:\조재영\140206_원자력안전위원회_업무보고_시나리오_일부추가-2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7" name="직사각형 6"/>
          <p:cNvSpPr/>
          <p:nvPr/>
        </p:nvSpPr>
        <p:spPr>
          <a:xfrm>
            <a:off x="3452142" y="3676858"/>
            <a:ext cx="2239716" cy="7386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330325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SzPct val="100000"/>
              <a:defRPr/>
            </a:pPr>
            <a:r>
              <a:rPr kumimoji="0" lang="en-US" altLang="ko-KR" sz="2800" kern="0" dirty="0" smtClean="0">
                <a:gradFill>
                  <a:gsLst>
                    <a:gs pos="100000">
                      <a:prstClr val="black">
                        <a:lumMod val="65000"/>
                        <a:lumOff val="35000"/>
                      </a:prstClr>
                    </a:gs>
                    <a:gs pos="100000">
                      <a:srgbClr val="0070C0"/>
                    </a:gs>
                  </a:gsLst>
                  <a:lin ang="5400000" scaled="0"/>
                </a:gra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2016. </a:t>
            </a:r>
            <a:r>
              <a:rPr kumimoji="0" lang="en-US" altLang="ko-KR" sz="2800" kern="0" dirty="0" smtClean="0">
                <a:gradFill>
                  <a:gsLst>
                    <a:gs pos="100000">
                      <a:prstClr val="black">
                        <a:lumMod val="65000"/>
                        <a:lumOff val="35000"/>
                      </a:prstClr>
                    </a:gs>
                    <a:gs pos="100000">
                      <a:srgbClr val="0070C0"/>
                    </a:gs>
                  </a:gsLst>
                  <a:lin ang="5400000" scaled="0"/>
                </a:gra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8. 11.</a:t>
            </a:r>
            <a:endParaRPr kumimoji="0" lang="en-US" altLang="ko-KR" sz="2800" kern="0" dirty="0">
              <a:gradFill>
                <a:gsLst>
                  <a:gs pos="100000">
                    <a:prstClr val="black">
                      <a:lumMod val="65000"/>
                      <a:lumOff val="35000"/>
                    </a:prstClr>
                  </a:gs>
                  <a:gs pos="100000">
                    <a:srgbClr val="0070C0"/>
                  </a:gs>
                </a:gsLst>
                <a:lin ang="5400000" scaled="0"/>
              </a:gra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2051720" y="5229200"/>
            <a:ext cx="533044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330325" eaLnBrk="0" fontAlgn="auto" latinLnBrk="0" hangingPunct="0">
              <a:spcBef>
                <a:spcPts val="0"/>
              </a:spcBef>
              <a:spcAft>
                <a:spcPts val="0"/>
              </a:spcAft>
              <a:buSzPct val="100000"/>
              <a:defRPr/>
            </a:pPr>
            <a:r>
              <a:rPr kumimoji="0" lang="en-US" altLang="ko-KR" sz="3200" b="1" kern="0" spc="-150" dirty="0" smtClean="0">
                <a:gradFill>
                  <a:gsLst>
                    <a:gs pos="0">
                      <a:srgbClr val="1F497D">
                        <a:lumMod val="50000"/>
                      </a:srgbClr>
                    </a:gs>
                    <a:gs pos="100000">
                      <a:srgbClr val="004D86"/>
                    </a:gs>
                  </a:gsLst>
                  <a:lin ang="5400000" scaled="0"/>
                </a:gradFill>
                <a:latin typeface="나눔고딕" panose="020B0600000101010101" charset="-127"/>
                <a:ea typeface="나눔고딕" panose="020B0600000101010101" charset="-127"/>
              </a:rPr>
              <a:t>SW.</a:t>
            </a:r>
            <a:r>
              <a:rPr kumimoji="0" lang="ko-KR" altLang="en-US" sz="3200" b="1" kern="0" spc="-150" dirty="0" err="1" smtClean="0">
                <a:gradFill>
                  <a:gsLst>
                    <a:gs pos="0">
                      <a:srgbClr val="1F497D">
                        <a:lumMod val="50000"/>
                      </a:srgbClr>
                    </a:gs>
                    <a:gs pos="100000">
                      <a:srgbClr val="004D86"/>
                    </a:gs>
                  </a:gsLst>
                  <a:lin ang="5400000" scaled="0"/>
                </a:gradFill>
                <a:latin typeface="나눔고딕" panose="020B0600000101010101" charset="-127"/>
                <a:ea typeface="나눔고딕" panose="020B0600000101010101" charset="-127"/>
              </a:rPr>
              <a:t>콘텐츠연구소</a:t>
            </a:r>
            <a:r>
              <a:rPr kumimoji="0" lang="ko-KR" altLang="en-US" sz="3200" b="1" kern="0" spc="-150" dirty="0" smtClean="0">
                <a:gradFill>
                  <a:gsLst>
                    <a:gs pos="0">
                      <a:srgbClr val="1F497D">
                        <a:lumMod val="50000"/>
                      </a:srgbClr>
                    </a:gs>
                    <a:gs pos="100000">
                      <a:srgbClr val="004D86"/>
                    </a:gs>
                  </a:gsLst>
                  <a:lin ang="5400000" scaled="0"/>
                </a:gradFill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kumimoji="0" lang="ko-KR" altLang="en-US" sz="3200" b="1" kern="0" spc="-150" dirty="0" err="1" smtClean="0">
                <a:gradFill>
                  <a:gsLst>
                    <a:gs pos="0">
                      <a:srgbClr val="1F497D">
                        <a:lumMod val="50000"/>
                      </a:srgbClr>
                    </a:gs>
                    <a:gs pos="100000">
                      <a:srgbClr val="004D86"/>
                    </a:gs>
                  </a:gsLst>
                  <a:lin ang="5400000" scaled="0"/>
                </a:gradFill>
                <a:latin typeface="나눔고딕" panose="020B0600000101010101" charset="-127"/>
                <a:ea typeface="나눔고딕" panose="020B0600000101010101" charset="-127"/>
              </a:rPr>
              <a:t>연구지원실</a:t>
            </a:r>
            <a:endParaRPr kumimoji="0" lang="ko-KR" altLang="en-US" sz="3200" b="1" kern="0" spc="-150" dirty="0">
              <a:gradFill>
                <a:gsLst>
                  <a:gs pos="0">
                    <a:srgbClr val="1F497D">
                      <a:lumMod val="50000"/>
                    </a:srgbClr>
                  </a:gs>
                  <a:gs pos="100000">
                    <a:srgbClr val="004D86"/>
                  </a:gs>
                </a:gsLst>
                <a:lin ang="5400000" scaled="0"/>
              </a:gra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559743" y="1793007"/>
            <a:ext cx="801538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330325" eaLnBrk="0" fontAlgn="auto" latinLnBrk="0" hangingPunct="0">
              <a:spcBef>
                <a:spcPts val="0"/>
              </a:spcBef>
              <a:spcAft>
                <a:spcPts val="0"/>
              </a:spcAft>
              <a:buSzPct val="100000"/>
              <a:defRPr/>
            </a:pPr>
            <a:r>
              <a:rPr kumimoji="0" lang="en-US" altLang="ko-KR" sz="4000" kern="0" spc="-150" dirty="0" smtClean="0">
                <a:gradFill>
                  <a:gsLst>
                    <a:gs pos="0">
                      <a:srgbClr val="1F497D">
                        <a:lumMod val="50000"/>
                      </a:srgbClr>
                    </a:gs>
                    <a:gs pos="100000">
                      <a:srgbClr val="004D86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R&amp;D </a:t>
            </a:r>
            <a:r>
              <a:rPr kumimoji="0" lang="ko-KR" altLang="en-US" sz="4000" kern="0" spc="-150" dirty="0" smtClean="0">
                <a:gradFill>
                  <a:gsLst>
                    <a:gs pos="0">
                      <a:srgbClr val="1F497D">
                        <a:lumMod val="50000"/>
                      </a:srgbClr>
                    </a:gs>
                    <a:gs pos="100000">
                      <a:srgbClr val="004D86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성과 향상 </a:t>
            </a:r>
            <a:r>
              <a:rPr kumimoji="0" lang="ko-KR" altLang="en-US" sz="4000" kern="0" spc="-150" dirty="0" smtClean="0">
                <a:gradFill>
                  <a:gsLst>
                    <a:gs pos="0">
                      <a:srgbClr val="1F497D">
                        <a:lumMod val="50000"/>
                      </a:srgbClr>
                    </a:gs>
                    <a:gs pos="100000">
                      <a:srgbClr val="004D86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방안 </a:t>
            </a:r>
            <a:r>
              <a:rPr kumimoji="0" lang="en-US" altLang="ko-KR" sz="5400" kern="0" spc="-150" dirty="0" smtClean="0">
                <a:gradFill>
                  <a:gsLst>
                    <a:gs pos="0">
                      <a:srgbClr val="1F497D">
                        <a:lumMod val="50000"/>
                      </a:srgbClr>
                    </a:gs>
                    <a:gs pos="100000">
                      <a:srgbClr val="004D86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-</a:t>
            </a:r>
            <a:r>
              <a:rPr kumimoji="0" lang="en-US" altLang="ko-KR" sz="3600" kern="0" spc="-150" dirty="0" smtClean="0">
                <a:gradFill>
                  <a:gsLst>
                    <a:gs pos="0">
                      <a:srgbClr val="1F497D">
                        <a:lumMod val="50000"/>
                      </a:srgbClr>
                    </a:gs>
                    <a:gs pos="100000">
                      <a:srgbClr val="004D86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kumimoji="0" lang="ko-KR" altLang="en-US" sz="3600" kern="0" spc="-150" dirty="0" smtClean="0">
                <a:gradFill>
                  <a:gsLst>
                    <a:gs pos="0">
                      <a:srgbClr val="1F497D">
                        <a:lumMod val="50000"/>
                      </a:srgbClr>
                    </a:gs>
                    <a:gs pos="100000">
                      <a:srgbClr val="004D86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행정부서 관점</a:t>
            </a:r>
            <a:endParaRPr kumimoji="0" lang="ko-KR" altLang="en-US" sz="3600" kern="0" spc="-150" dirty="0">
              <a:gradFill>
                <a:gsLst>
                  <a:gs pos="0">
                    <a:srgbClr val="1F497D">
                      <a:lumMod val="50000"/>
                    </a:srgbClr>
                  </a:gs>
                  <a:gs pos="100000">
                    <a:srgbClr val="004D86"/>
                  </a:gs>
                </a:gsLst>
                <a:lin ang="5400000" scaled="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2" name="자유형 11"/>
          <p:cNvSpPr/>
          <p:nvPr/>
        </p:nvSpPr>
        <p:spPr>
          <a:xfrm>
            <a:off x="1312338" y="2906538"/>
            <a:ext cx="6519323" cy="45719"/>
          </a:xfrm>
          <a:custGeom>
            <a:avLst/>
            <a:gdLst>
              <a:gd name="connsiteX0" fmla="*/ 0 w 7879404"/>
              <a:gd name="connsiteY0" fmla="*/ 0 h 0"/>
              <a:gd name="connsiteX1" fmla="*/ 7879404 w 7879404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879404">
                <a:moveTo>
                  <a:pt x="0" y="0"/>
                </a:moveTo>
                <a:lnTo>
                  <a:pt x="7879404" y="0"/>
                </a:lnTo>
              </a:path>
            </a:pathLst>
          </a:custGeom>
          <a:noFill/>
          <a:ln w="31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0" lang="ko-KR" altLang="en-US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6998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 Box 7"/>
          <p:cNvSpPr txBox="1">
            <a:spLocks noChangeArrowheads="1"/>
          </p:cNvSpPr>
          <p:nvPr/>
        </p:nvSpPr>
        <p:spPr bwMode="auto">
          <a:xfrm>
            <a:off x="827584" y="836712"/>
            <a:ext cx="238442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4000" b="1" dirty="0">
                <a:latin typeface="Arial" charset="0"/>
                <a:ea typeface="HY헤드라인M" pitchFamily="18" charset="-127"/>
              </a:rPr>
              <a:t>Contents</a:t>
            </a:r>
          </a:p>
        </p:txBody>
      </p:sp>
      <p:sp>
        <p:nvSpPr>
          <p:cNvPr id="49" name="직사각형 48"/>
          <p:cNvSpPr/>
          <p:nvPr/>
        </p:nvSpPr>
        <p:spPr>
          <a:xfrm>
            <a:off x="1403648" y="2089991"/>
            <a:ext cx="6729455" cy="64633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l" defTabSz="1330325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defRPr/>
            </a:pPr>
            <a:r>
              <a:rPr lang="en-US" altLang="ko-KR" sz="2400" kern="0" dirty="0">
                <a:gradFill>
                  <a:gsLst>
                    <a:gs pos="100000">
                      <a:prstClr val="black">
                        <a:lumMod val="85000"/>
                        <a:lumOff val="15000"/>
                      </a:prstClr>
                    </a:gs>
                    <a:gs pos="100000">
                      <a:srgbClr val="00589A"/>
                    </a:gs>
                  </a:gsLst>
                  <a:lin ang="5400000" scaled="0"/>
                </a:gra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Arial" panose="020B0604020202020204" pitchFamily="34" charset="0"/>
              </a:rPr>
              <a:t>Ⅰ. </a:t>
            </a:r>
            <a:r>
              <a:rPr lang="ko-KR" altLang="en-US" sz="2400" kern="0" dirty="0" smtClean="0">
                <a:gradFill>
                  <a:gsLst>
                    <a:gs pos="100000">
                      <a:prstClr val="black">
                        <a:lumMod val="85000"/>
                        <a:lumOff val="15000"/>
                      </a:prstClr>
                    </a:gs>
                    <a:gs pos="100000">
                      <a:srgbClr val="00589A"/>
                    </a:gs>
                  </a:gsLst>
                  <a:lin ang="5400000" scaled="0"/>
                </a:gra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Arial" panose="020B0604020202020204" pitchFamily="34" charset="0"/>
              </a:rPr>
              <a:t>외부 관점</a:t>
            </a:r>
            <a:r>
              <a:rPr lang="en-US" altLang="ko-KR" sz="2400" kern="0" dirty="0" smtClean="0">
                <a:gradFill>
                  <a:gsLst>
                    <a:gs pos="100000">
                      <a:prstClr val="black">
                        <a:lumMod val="85000"/>
                        <a:lumOff val="15000"/>
                      </a:prstClr>
                    </a:gs>
                    <a:gs pos="100000">
                      <a:srgbClr val="00589A"/>
                    </a:gs>
                  </a:gsLst>
                  <a:lin ang="5400000" scaled="0"/>
                </a:gra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Arial" panose="020B0604020202020204" pitchFamily="34" charset="0"/>
              </a:rPr>
              <a:t>(</a:t>
            </a:r>
            <a:r>
              <a:rPr lang="ko-KR" altLang="en-US" sz="2400" kern="0" dirty="0" smtClean="0">
                <a:gradFill>
                  <a:gsLst>
                    <a:gs pos="100000">
                      <a:prstClr val="black">
                        <a:lumMod val="85000"/>
                        <a:lumOff val="15000"/>
                      </a:prstClr>
                    </a:gs>
                    <a:gs pos="100000">
                      <a:srgbClr val="00589A"/>
                    </a:gs>
                  </a:gsLst>
                  <a:lin ang="5400000" scaled="0"/>
                </a:gra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Arial" panose="020B0604020202020204" pitchFamily="34" charset="0"/>
              </a:rPr>
              <a:t>전담 기관 중심</a:t>
            </a:r>
            <a:r>
              <a:rPr lang="en-US" altLang="ko-KR" sz="2400" kern="0" dirty="0" smtClean="0">
                <a:gradFill>
                  <a:gsLst>
                    <a:gs pos="100000">
                      <a:prstClr val="black">
                        <a:lumMod val="85000"/>
                        <a:lumOff val="15000"/>
                      </a:prstClr>
                    </a:gs>
                    <a:gs pos="100000">
                      <a:srgbClr val="00589A"/>
                    </a:gs>
                  </a:gsLst>
                  <a:lin ang="5400000" scaled="0"/>
                </a:gra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Arial" panose="020B0604020202020204" pitchFamily="34" charset="0"/>
              </a:rPr>
              <a:t>)</a:t>
            </a:r>
            <a:endParaRPr lang="ko-KR" altLang="en-US" sz="2400" kern="0" dirty="0">
              <a:gradFill>
                <a:gsLst>
                  <a:gs pos="100000">
                    <a:prstClr val="black">
                      <a:lumMod val="85000"/>
                      <a:lumOff val="15000"/>
                    </a:prstClr>
                  </a:gs>
                  <a:gs pos="100000">
                    <a:srgbClr val="00589A"/>
                  </a:gs>
                </a:gsLst>
                <a:lin ang="5400000" scaled="0"/>
              </a:gradFill>
              <a:latin typeface="나눔고딕 ExtraBold" panose="020D0904000000000000" pitchFamily="50" charset="-127"/>
              <a:ea typeface="나눔고딕 ExtraBold" panose="020D0904000000000000" pitchFamily="50" charset="-127"/>
              <a:cs typeface="Arial" panose="020B0604020202020204" pitchFamily="34" charset="0"/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1403648" y="2811300"/>
            <a:ext cx="4906838" cy="64633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l" defTabSz="1330325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defRPr/>
            </a:pPr>
            <a:r>
              <a:rPr lang="en-US" altLang="ko-KR" sz="2400" kern="0" dirty="0">
                <a:gradFill>
                  <a:gsLst>
                    <a:gs pos="100000">
                      <a:prstClr val="black">
                        <a:lumMod val="85000"/>
                        <a:lumOff val="15000"/>
                      </a:prstClr>
                    </a:gs>
                    <a:gs pos="100000">
                      <a:srgbClr val="00589A"/>
                    </a:gs>
                  </a:gsLst>
                  <a:lin ang="5400000" scaled="0"/>
                </a:gra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Arial" panose="020B0604020202020204" pitchFamily="34" charset="0"/>
              </a:rPr>
              <a:t>Ⅱ. </a:t>
            </a:r>
            <a:r>
              <a:rPr lang="ko-KR" altLang="en-US" sz="2400" kern="0" dirty="0" smtClean="0">
                <a:gradFill>
                  <a:gsLst>
                    <a:gs pos="100000">
                      <a:prstClr val="black">
                        <a:lumMod val="85000"/>
                        <a:lumOff val="15000"/>
                      </a:prstClr>
                    </a:gs>
                    <a:gs pos="100000">
                      <a:srgbClr val="00589A"/>
                    </a:gs>
                  </a:gsLst>
                  <a:lin ang="5400000" scaled="0"/>
                </a:gra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Arial" panose="020B0604020202020204" pitchFamily="34" charset="0"/>
              </a:rPr>
              <a:t>내부 관점</a:t>
            </a:r>
            <a:r>
              <a:rPr lang="en-US" altLang="ko-KR" sz="2400" kern="0" dirty="0" smtClean="0">
                <a:gradFill>
                  <a:gsLst>
                    <a:gs pos="100000">
                      <a:prstClr val="black">
                        <a:lumMod val="85000"/>
                        <a:lumOff val="15000"/>
                      </a:prstClr>
                    </a:gs>
                    <a:gs pos="100000">
                      <a:srgbClr val="00589A"/>
                    </a:gs>
                  </a:gsLst>
                  <a:lin ang="5400000" scaled="0"/>
                </a:gra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Arial" panose="020B0604020202020204" pitchFamily="34" charset="0"/>
              </a:rPr>
              <a:t>(</a:t>
            </a:r>
            <a:r>
              <a:rPr lang="ko-KR" altLang="en-US" sz="2400" kern="0" dirty="0" smtClean="0">
                <a:gradFill>
                  <a:gsLst>
                    <a:gs pos="100000">
                      <a:prstClr val="black">
                        <a:lumMod val="85000"/>
                        <a:lumOff val="15000"/>
                      </a:prstClr>
                    </a:gs>
                    <a:gs pos="100000">
                      <a:srgbClr val="00589A"/>
                    </a:gs>
                  </a:gsLst>
                  <a:lin ang="5400000" scaled="0"/>
                </a:gra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Arial" panose="020B0604020202020204" pitchFamily="34" charset="0"/>
              </a:rPr>
              <a:t>부서간 연계 중심</a:t>
            </a:r>
            <a:r>
              <a:rPr lang="en-US" altLang="ko-KR" sz="2400" kern="0" dirty="0" smtClean="0">
                <a:gradFill>
                  <a:gsLst>
                    <a:gs pos="100000">
                      <a:prstClr val="black">
                        <a:lumMod val="85000"/>
                        <a:lumOff val="15000"/>
                      </a:prstClr>
                    </a:gs>
                    <a:gs pos="100000">
                      <a:srgbClr val="00589A"/>
                    </a:gs>
                  </a:gsLst>
                  <a:lin ang="5400000" scaled="0"/>
                </a:gra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Arial" panose="020B0604020202020204" pitchFamily="34" charset="0"/>
              </a:rPr>
              <a:t>)</a:t>
            </a:r>
            <a:r>
              <a:rPr lang="ko-KR" altLang="en-US" sz="2400" kern="0" dirty="0" smtClean="0">
                <a:gradFill>
                  <a:gsLst>
                    <a:gs pos="100000">
                      <a:prstClr val="black">
                        <a:lumMod val="85000"/>
                        <a:lumOff val="15000"/>
                      </a:prstClr>
                    </a:gs>
                    <a:gs pos="100000">
                      <a:srgbClr val="00589A"/>
                    </a:gs>
                  </a:gsLst>
                  <a:lin ang="5400000" scaled="0"/>
                </a:gra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Arial" panose="020B0604020202020204" pitchFamily="34" charset="0"/>
              </a:rPr>
              <a:t>  </a:t>
            </a:r>
            <a:endParaRPr lang="ko-KR" altLang="en-US" sz="2400" kern="0" dirty="0">
              <a:gradFill>
                <a:gsLst>
                  <a:gs pos="100000">
                    <a:prstClr val="black">
                      <a:lumMod val="85000"/>
                      <a:lumOff val="15000"/>
                    </a:prstClr>
                  </a:gs>
                  <a:gs pos="100000">
                    <a:srgbClr val="00589A"/>
                  </a:gs>
                </a:gsLst>
                <a:lin ang="5400000" scaled="0"/>
              </a:gradFill>
              <a:latin typeface="나눔고딕 ExtraBold" panose="020D0904000000000000" pitchFamily="50" charset="-127"/>
              <a:ea typeface="나눔고딕 ExtraBold" panose="020D0904000000000000" pitchFamily="50" charset="-127"/>
              <a:cs typeface="Arial" panose="020B0604020202020204" pitchFamily="34" charset="0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1403648" y="3532609"/>
            <a:ext cx="4906838" cy="64633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l" defTabSz="1330325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defRPr/>
            </a:pPr>
            <a:r>
              <a:rPr lang="en-US" altLang="ko-KR" sz="2400" kern="0" dirty="0">
                <a:gradFill>
                  <a:gsLst>
                    <a:gs pos="100000">
                      <a:prstClr val="black">
                        <a:lumMod val="85000"/>
                        <a:lumOff val="15000"/>
                      </a:prstClr>
                    </a:gs>
                    <a:gs pos="100000">
                      <a:srgbClr val="00589A"/>
                    </a:gs>
                  </a:gsLst>
                  <a:lin ang="5400000" scaled="0"/>
                </a:gra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Arial" panose="020B0604020202020204" pitchFamily="34" charset="0"/>
              </a:rPr>
              <a:t>Ⅲ. </a:t>
            </a:r>
            <a:r>
              <a:rPr lang="ko-KR" altLang="en-US" sz="2400" kern="0" dirty="0" err="1" smtClean="0">
                <a:gradFill>
                  <a:gsLst>
                    <a:gs pos="100000">
                      <a:prstClr val="black">
                        <a:lumMod val="85000"/>
                        <a:lumOff val="15000"/>
                      </a:prstClr>
                    </a:gs>
                    <a:gs pos="100000">
                      <a:srgbClr val="00589A"/>
                    </a:gs>
                  </a:gsLst>
                  <a:lin ang="5400000" scaled="0"/>
                </a:gra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Arial" panose="020B0604020202020204" pitchFamily="34" charset="0"/>
              </a:rPr>
              <a:t>타부서</a:t>
            </a:r>
            <a:r>
              <a:rPr lang="ko-KR" altLang="en-US" sz="2400" kern="0" dirty="0" smtClean="0">
                <a:gradFill>
                  <a:gsLst>
                    <a:gs pos="100000">
                      <a:prstClr val="black">
                        <a:lumMod val="85000"/>
                        <a:lumOff val="15000"/>
                      </a:prstClr>
                    </a:gs>
                    <a:gs pos="100000">
                      <a:srgbClr val="00589A"/>
                    </a:gs>
                  </a:gsLst>
                  <a:lin ang="5400000" scaled="0"/>
                </a:gra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Arial" panose="020B0604020202020204" pitchFamily="34" charset="0"/>
              </a:rPr>
              <a:t> 연계성 복잡화</a:t>
            </a:r>
            <a:endParaRPr lang="ko-KR" altLang="en-US" sz="2400" kern="0" dirty="0">
              <a:gradFill>
                <a:gsLst>
                  <a:gs pos="100000">
                    <a:prstClr val="black">
                      <a:lumMod val="85000"/>
                      <a:lumOff val="15000"/>
                    </a:prstClr>
                  </a:gs>
                  <a:gs pos="100000">
                    <a:srgbClr val="00589A"/>
                  </a:gs>
                </a:gsLst>
                <a:lin ang="5400000" scaled="0"/>
              </a:gradFill>
              <a:latin typeface="나눔고딕 ExtraBold" panose="020D0904000000000000" pitchFamily="50" charset="-127"/>
              <a:ea typeface="나눔고딕 ExtraBold" panose="020D0904000000000000" pitchFamily="50" charset="-127"/>
              <a:cs typeface="Arial" panose="020B0604020202020204" pitchFamily="34" charset="0"/>
            </a:endParaRPr>
          </a:p>
        </p:txBody>
      </p:sp>
      <p:grpSp>
        <p:nvGrpSpPr>
          <p:cNvPr id="55" name="그룹 54"/>
          <p:cNvGrpSpPr/>
          <p:nvPr/>
        </p:nvGrpSpPr>
        <p:grpSpPr>
          <a:xfrm>
            <a:off x="971600" y="1703909"/>
            <a:ext cx="7452000" cy="68907"/>
            <a:chOff x="-7859" y="715474"/>
            <a:chExt cx="9159543" cy="68907"/>
          </a:xfrm>
        </p:grpSpPr>
        <p:sp>
          <p:nvSpPr>
            <p:cNvPr id="56" name="자유형 55"/>
            <p:cNvSpPr/>
            <p:nvPr/>
          </p:nvSpPr>
          <p:spPr>
            <a:xfrm>
              <a:off x="-7859" y="715712"/>
              <a:ext cx="371870" cy="65893"/>
            </a:xfrm>
            <a:custGeom>
              <a:avLst/>
              <a:gdLst>
                <a:gd name="connsiteX0" fmla="*/ 0 w 534706"/>
                <a:gd name="connsiteY0" fmla="*/ 0 h 45719"/>
                <a:gd name="connsiteX1" fmla="*/ 534706 w 534706"/>
                <a:gd name="connsiteY1" fmla="*/ 0 h 45719"/>
                <a:gd name="connsiteX2" fmla="*/ 493846 w 534706"/>
                <a:gd name="connsiteY2" fmla="*/ 45719 h 45719"/>
                <a:gd name="connsiteX3" fmla="*/ 0 w 534706"/>
                <a:gd name="connsiteY3" fmla="*/ 45719 h 45719"/>
                <a:gd name="connsiteX0" fmla="*/ 0 w 534706"/>
                <a:gd name="connsiteY0" fmla="*/ 0 h 47428"/>
                <a:gd name="connsiteX1" fmla="*/ 534706 w 534706"/>
                <a:gd name="connsiteY1" fmla="*/ 0 h 47428"/>
                <a:gd name="connsiteX2" fmla="*/ 460509 w 534706"/>
                <a:gd name="connsiteY2" fmla="*/ 47428 h 47428"/>
                <a:gd name="connsiteX3" fmla="*/ 0 w 534706"/>
                <a:gd name="connsiteY3" fmla="*/ 45719 h 47428"/>
                <a:gd name="connsiteX4" fmla="*/ 0 w 534706"/>
                <a:gd name="connsiteY4" fmla="*/ 0 h 47428"/>
                <a:gd name="connsiteX0" fmla="*/ 0 w 534706"/>
                <a:gd name="connsiteY0" fmla="*/ 0 h 47428"/>
                <a:gd name="connsiteX1" fmla="*/ 534706 w 534706"/>
                <a:gd name="connsiteY1" fmla="*/ 0 h 47428"/>
                <a:gd name="connsiteX2" fmla="*/ 472415 w 534706"/>
                <a:gd name="connsiteY2" fmla="*/ 47428 h 47428"/>
                <a:gd name="connsiteX3" fmla="*/ 0 w 534706"/>
                <a:gd name="connsiteY3" fmla="*/ 45719 h 47428"/>
                <a:gd name="connsiteX4" fmla="*/ 0 w 534706"/>
                <a:gd name="connsiteY4" fmla="*/ 0 h 47428"/>
                <a:gd name="connsiteX0" fmla="*/ 6736 w 541442"/>
                <a:gd name="connsiteY0" fmla="*/ 0 h 47598"/>
                <a:gd name="connsiteX1" fmla="*/ 541442 w 541442"/>
                <a:gd name="connsiteY1" fmla="*/ 0 h 47598"/>
                <a:gd name="connsiteX2" fmla="*/ 479151 w 541442"/>
                <a:gd name="connsiteY2" fmla="*/ 47428 h 47598"/>
                <a:gd name="connsiteX3" fmla="*/ 0 w 541442"/>
                <a:gd name="connsiteY3" fmla="*/ 47598 h 47598"/>
                <a:gd name="connsiteX4" fmla="*/ 6736 w 541442"/>
                <a:gd name="connsiteY4" fmla="*/ 0 h 47598"/>
                <a:gd name="connsiteX0" fmla="*/ 6736 w 607584"/>
                <a:gd name="connsiteY0" fmla="*/ 0 h 47598"/>
                <a:gd name="connsiteX1" fmla="*/ 607584 w 607584"/>
                <a:gd name="connsiteY1" fmla="*/ 0 h 47598"/>
                <a:gd name="connsiteX2" fmla="*/ 479151 w 607584"/>
                <a:gd name="connsiteY2" fmla="*/ 47428 h 47598"/>
                <a:gd name="connsiteX3" fmla="*/ 0 w 607584"/>
                <a:gd name="connsiteY3" fmla="*/ 47598 h 47598"/>
                <a:gd name="connsiteX4" fmla="*/ 6736 w 607584"/>
                <a:gd name="connsiteY4" fmla="*/ 0 h 47598"/>
                <a:gd name="connsiteX0" fmla="*/ 6736 w 607584"/>
                <a:gd name="connsiteY0" fmla="*/ 0 h 47598"/>
                <a:gd name="connsiteX1" fmla="*/ 607584 w 607584"/>
                <a:gd name="connsiteY1" fmla="*/ 0 h 47598"/>
                <a:gd name="connsiteX2" fmla="*/ 498604 w 607584"/>
                <a:gd name="connsiteY2" fmla="*/ 47428 h 47598"/>
                <a:gd name="connsiteX3" fmla="*/ 0 w 607584"/>
                <a:gd name="connsiteY3" fmla="*/ 47598 h 47598"/>
                <a:gd name="connsiteX4" fmla="*/ 6736 w 607584"/>
                <a:gd name="connsiteY4" fmla="*/ 0 h 47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7584" h="47598">
                  <a:moveTo>
                    <a:pt x="6736" y="0"/>
                  </a:moveTo>
                  <a:lnTo>
                    <a:pt x="607584" y="0"/>
                  </a:lnTo>
                  <a:lnTo>
                    <a:pt x="498604" y="47428"/>
                  </a:lnTo>
                  <a:lnTo>
                    <a:pt x="0" y="47598"/>
                  </a:lnTo>
                  <a:lnTo>
                    <a:pt x="6736" y="0"/>
                  </a:lnTo>
                  <a:close/>
                </a:path>
              </a:pathLst>
            </a:custGeom>
            <a:solidFill>
              <a:srgbClr val="93C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kumimoji="0" lang="ko-KR" altLang="en-US">
                <a:solidFill>
                  <a:prstClr val="whit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endParaRPr>
            </a:p>
          </p:txBody>
        </p:sp>
        <p:sp>
          <p:nvSpPr>
            <p:cNvPr id="57" name="자유형 56"/>
            <p:cNvSpPr/>
            <p:nvPr/>
          </p:nvSpPr>
          <p:spPr>
            <a:xfrm>
              <a:off x="323529" y="715474"/>
              <a:ext cx="8828155" cy="68813"/>
            </a:xfrm>
            <a:custGeom>
              <a:avLst/>
              <a:gdLst>
                <a:gd name="connsiteX0" fmla="*/ 62868 w 8607454"/>
                <a:gd name="connsiteY0" fmla="*/ 0 h 68813"/>
                <a:gd name="connsiteX1" fmla="*/ 8607454 w 8607454"/>
                <a:gd name="connsiteY1" fmla="*/ 0 h 68813"/>
                <a:gd name="connsiteX2" fmla="*/ 8607454 w 8607454"/>
                <a:gd name="connsiteY2" fmla="*/ 68813 h 68813"/>
                <a:gd name="connsiteX3" fmla="*/ 0 w 8607454"/>
                <a:gd name="connsiteY3" fmla="*/ 68813 h 68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07454" h="68813">
                  <a:moveTo>
                    <a:pt x="62868" y="0"/>
                  </a:moveTo>
                  <a:lnTo>
                    <a:pt x="8607454" y="0"/>
                  </a:lnTo>
                  <a:lnTo>
                    <a:pt x="8607454" y="68813"/>
                  </a:lnTo>
                  <a:lnTo>
                    <a:pt x="0" y="68813"/>
                  </a:lnTo>
                  <a:close/>
                </a:path>
              </a:pathLst>
            </a:custGeom>
            <a:solidFill>
              <a:srgbClr val="21596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kumimoji="0" lang="ko-KR" altLang="en-US">
                <a:solidFill>
                  <a:prstClr val="whit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endParaRPr>
            </a:p>
          </p:txBody>
        </p:sp>
        <p:sp>
          <p:nvSpPr>
            <p:cNvPr id="58" name="자유형 57"/>
            <p:cNvSpPr/>
            <p:nvPr/>
          </p:nvSpPr>
          <p:spPr>
            <a:xfrm flipH="1" flipV="1">
              <a:off x="8527245" y="716038"/>
              <a:ext cx="623888" cy="68343"/>
            </a:xfrm>
            <a:custGeom>
              <a:avLst/>
              <a:gdLst>
                <a:gd name="connsiteX0" fmla="*/ 0 w 534706"/>
                <a:gd name="connsiteY0" fmla="*/ 0 h 45719"/>
                <a:gd name="connsiteX1" fmla="*/ 534706 w 534706"/>
                <a:gd name="connsiteY1" fmla="*/ 0 h 45719"/>
                <a:gd name="connsiteX2" fmla="*/ 493846 w 534706"/>
                <a:gd name="connsiteY2" fmla="*/ 45719 h 45719"/>
                <a:gd name="connsiteX3" fmla="*/ 0 w 534706"/>
                <a:gd name="connsiteY3" fmla="*/ 45719 h 45719"/>
                <a:gd name="connsiteX0" fmla="*/ 0 w 534706"/>
                <a:gd name="connsiteY0" fmla="*/ 0 h 47428"/>
                <a:gd name="connsiteX1" fmla="*/ 534706 w 534706"/>
                <a:gd name="connsiteY1" fmla="*/ 0 h 47428"/>
                <a:gd name="connsiteX2" fmla="*/ 460509 w 534706"/>
                <a:gd name="connsiteY2" fmla="*/ 47428 h 47428"/>
                <a:gd name="connsiteX3" fmla="*/ 0 w 534706"/>
                <a:gd name="connsiteY3" fmla="*/ 45719 h 47428"/>
                <a:gd name="connsiteX4" fmla="*/ 0 w 534706"/>
                <a:gd name="connsiteY4" fmla="*/ 0 h 47428"/>
                <a:gd name="connsiteX0" fmla="*/ 0 w 534706"/>
                <a:gd name="connsiteY0" fmla="*/ 0 h 47428"/>
                <a:gd name="connsiteX1" fmla="*/ 534706 w 534706"/>
                <a:gd name="connsiteY1" fmla="*/ 0 h 47428"/>
                <a:gd name="connsiteX2" fmla="*/ 472415 w 534706"/>
                <a:gd name="connsiteY2" fmla="*/ 47428 h 47428"/>
                <a:gd name="connsiteX3" fmla="*/ 0 w 534706"/>
                <a:gd name="connsiteY3" fmla="*/ 45719 h 47428"/>
                <a:gd name="connsiteX4" fmla="*/ 0 w 534706"/>
                <a:gd name="connsiteY4" fmla="*/ 0 h 47428"/>
                <a:gd name="connsiteX0" fmla="*/ 0 w 534706"/>
                <a:gd name="connsiteY0" fmla="*/ 0 h 47428"/>
                <a:gd name="connsiteX1" fmla="*/ 534706 w 534706"/>
                <a:gd name="connsiteY1" fmla="*/ 0 h 47428"/>
                <a:gd name="connsiteX2" fmla="*/ 472415 w 534706"/>
                <a:gd name="connsiteY2" fmla="*/ 47428 h 47428"/>
                <a:gd name="connsiteX3" fmla="*/ 0 w 534706"/>
                <a:gd name="connsiteY3" fmla="*/ 47397 h 47428"/>
                <a:gd name="connsiteX4" fmla="*/ 0 w 534706"/>
                <a:gd name="connsiteY4" fmla="*/ 0 h 47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706" h="47428">
                  <a:moveTo>
                    <a:pt x="0" y="0"/>
                  </a:moveTo>
                  <a:lnTo>
                    <a:pt x="534706" y="0"/>
                  </a:lnTo>
                  <a:lnTo>
                    <a:pt x="472415" y="47428"/>
                  </a:lnTo>
                  <a:lnTo>
                    <a:pt x="0" y="473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3C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kumimoji="0" lang="ko-KR" altLang="en-US">
                <a:solidFill>
                  <a:prstClr val="whit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6568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8"/>
          <p:cNvGrpSpPr>
            <a:grpSpLocks/>
          </p:cNvGrpSpPr>
          <p:nvPr/>
        </p:nvGrpSpPr>
        <p:grpSpPr bwMode="auto">
          <a:xfrm>
            <a:off x="1331913" y="2060848"/>
            <a:ext cx="6481762" cy="792163"/>
            <a:chOff x="838" y="981"/>
            <a:chExt cx="4083" cy="544"/>
          </a:xfrm>
        </p:grpSpPr>
        <p:sp>
          <p:nvSpPr>
            <p:cNvPr id="22" name="AutoShape 17"/>
            <p:cNvSpPr>
              <a:spLocks noChangeArrowheads="1"/>
            </p:cNvSpPr>
            <p:nvPr/>
          </p:nvSpPr>
          <p:spPr bwMode="auto">
            <a:xfrm>
              <a:off x="838" y="981"/>
              <a:ext cx="4083" cy="544"/>
            </a:xfrm>
            <a:prstGeom prst="roundRect">
              <a:avLst>
                <a:gd name="adj" fmla="val 4981"/>
              </a:avLst>
            </a:prstGeom>
            <a:gradFill rotWithShape="1">
              <a:gsLst>
                <a:gs pos="0">
                  <a:srgbClr val="148FBA"/>
                </a:gs>
                <a:gs pos="50000">
                  <a:srgbClr val="5ECEE8"/>
                </a:gs>
                <a:gs pos="100000">
                  <a:srgbClr val="148FBA"/>
                </a:gs>
              </a:gsLst>
              <a:lin ang="5400000" scaled="1"/>
            </a:gradFill>
            <a:ln>
              <a:noFill/>
            </a:ln>
            <a:effectLst>
              <a:prstShdw prst="shdw17" dist="17961" dir="2700000">
                <a:srgbClr val="387C8B"/>
              </a:prstShdw>
            </a:effectLst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1428" tIns="45714" rIns="91428" bIns="45714" anchor="ctr"/>
            <a:lstStyle/>
            <a:p>
              <a:pPr algn="ctr">
                <a:lnSpc>
                  <a:spcPct val="140000"/>
                </a:lnSpc>
                <a:buClr>
                  <a:schemeClr val="bg2"/>
                </a:buClr>
                <a:buFont typeface="Wingdings" pitchFamily="2" charset="2"/>
                <a:buNone/>
              </a:pPr>
              <a:endParaRPr lang="ko-KR" altLang="ko-KR" sz="1400">
                <a:solidFill>
                  <a:schemeClr val="bg2"/>
                </a:solidFill>
                <a:latin typeface="Arial Narrow" pitchFamily="34" charset="0"/>
                <a:ea typeface="HY견고딕" pitchFamily="18" charset="-127"/>
              </a:endParaRPr>
            </a:p>
          </p:txBody>
        </p:sp>
        <p:sp>
          <p:nvSpPr>
            <p:cNvPr id="23" name="AutoShape 18"/>
            <p:cNvSpPr>
              <a:spLocks noChangeArrowheads="1"/>
            </p:cNvSpPr>
            <p:nvPr/>
          </p:nvSpPr>
          <p:spPr bwMode="auto">
            <a:xfrm>
              <a:off x="874" y="1021"/>
              <a:ext cx="4001" cy="459"/>
            </a:xfrm>
            <a:prstGeom prst="roundRect">
              <a:avLst>
                <a:gd name="adj" fmla="val 3347"/>
              </a:avLst>
            </a:prstGeom>
            <a:solidFill>
              <a:srgbClr val="F8F8F8"/>
            </a:solidFill>
            <a:ln w="12700" algn="ctr">
              <a:solidFill>
                <a:srgbClr val="C0C0C0"/>
              </a:solidFill>
              <a:round/>
              <a:headEnd/>
              <a:tailEnd/>
            </a:ln>
          </p:spPr>
          <p:txBody>
            <a:bodyPr wrap="none" lIns="91428" tIns="45714" rIns="91428" bIns="45714" anchor="ctr"/>
            <a:lstStyle/>
            <a:p>
              <a:endParaRPr lang="ko-KR" altLang="en-US" sz="2400"/>
            </a:p>
          </p:txBody>
        </p:sp>
        <p:sp>
          <p:nvSpPr>
            <p:cNvPr id="24" name="Rectangle 4"/>
            <p:cNvSpPr>
              <a:spLocks noChangeArrowheads="1"/>
            </p:cNvSpPr>
            <p:nvPr/>
          </p:nvSpPr>
          <p:spPr bwMode="auto">
            <a:xfrm>
              <a:off x="975" y="1092"/>
              <a:ext cx="340" cy="322"/>
            </a:xfrm>
            <a:prstGeom prst="rect">
              <a:avLst/>
            </a:prstGeom>
            <a:solidFill>
              <a:srgbClr val="006699"/>
            </a:solidFill>
            <a:ln w="28575">
              <a:solidFill>
                <a:srgbClr val="99CCFF"/>
              </a:solidFill>
              <a:miter lim="800000"/>
              <a:headEnd/>
              <a:tailEnd/>
            </a:ln>
            <a:effectLst/>
          </p:spPr>
          <p:txBody>
            <a:bodyPr wrap="none" lIns="89988" tIns="46794" rIns="89988" bIns="46794" anchor="ctr"/>
            <a:lstStyle/>
            <a:p>
              <a:pPr algn="ctr">
                <a:lnSpc>
                  <a:spcPct val="80000"/>
                </a:lnSpc>
                <a:defRPr/>
              </a:pPr>
              <a:r>
                <a:rPr lang="en-US" altLang="ko-KR" sz="3200" b="1" dirty="0">
                  <a:solidFill>
                    <a:srgbClr val="EDFFCD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HY견명조" pitchFamily="18" charset="-127"/>
                  <a:ea typeface="HY견명조" pitchFamily="18" charset="-127"/>
                  <a:cs typeface="Arial" pitchFamily="34" charset="0"/>
                </a:rPr>
                <a:t>Ⅰ</a:t>
              </a:r>
            </a:p>
          </p:txBody>
        </p:sp>
        <p:sp>
          <p:nvSpPr>
            <p:cNvPr id="25" name="Rectangle 5"/>
            <p:cNvSpPr>
              <a:spLocks noChangeArrowheads="1"/>
            </p:cNvSpPr>
            <p:nvPr/>
          </p:nvSpPr>
          <p:spPr bwMode="auto">
            <a:xfrm>
              <a:off x="1338" y="1100"/>
              <a:ext cx="2768" cy="288"/>
            </a:xfrm>
            <a:prstGeom prst="rect">
              <a:avLst/>
            </a:prstGeom>
            <a:noFill/>
            <a:ln>
              <a:noFill/>
            </a:ln>
            <a:effectLst>
              <a:outerShdw dist="28398" dir="1593903" algn="ctr" rotWithShape="0">
                <a:srgbClr val="FFFFFF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97974" tIns="46794" rIns="197974" bIns="46794" anchor="ctr"/>
            <a:lstStyle/>
            <a:p>
              <a:r>
                <a:rPr lang="ko-KR" altLang="en-US" sz="2400" dirty="0" smtClean="0">
                  <a:solidFill>
                    <a:srgbClr val="003399"/>
                  </a:solidFill>
                  <a:latin typeface="HY견고딕" pitchFamily="18" charset="-127"/>
                  <a:ea typeface="HY견고딕" pitchFamily="18" charset="-127"/>
                </a:rPr>
                <a:t>외부 관점</a:t>
              </a:r>
              <a:endParaRPr lang="ko-KR" altLang="en-US" sz="2400" dirty="0">
                <a:solidFill>
                  <a:srgbClr val="003399"/>
                </a:solidFill>
                <a:latin typeface="HY견고딕" pitchFamily="18" charset="-127"/>
                <a:ea typeface="HY견고딕" pitchFamily="18" charset="-127"/>
              </a:endParaRPr>
            </a:p>
          </p:txBody>
        </p:sp>
      </p:grpSp>
      <p:sp>
        <p:nvSpPr>
          <p:cNvPr id="26" name="Rectangle 5"/>
          <p:cNvSpPr>
            <a:spLocks noChangeArrowheads="1"/>
          </p:cNvSpPr>
          <p:nvPr/>
        </p:nvSpPr>
        <p:spPr bwMode="auto">
          <a:xfrm>
            <a:off x="2123728" y="3369660"/>
            <a:ext cx="4394200" cy="419380"/>
          </a:xfrm>
          <a:prstGeom prst="rect">
            <a:avLst/>
          </a:prstGeom>
          <a:noFill/>
          <a:ln>
            <a:noFill/>
          </a:ln>
          <a:effectLst>
            <a:outerShdw dist="28398" dir="1593903" algn="ctr" rotWithShape="0">
              <a:srgbClr val="FFFFFF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97974" tIns="46794" rIns="197974" bIns="46794" anchor="ctr"/>
          <a:lstStyle/>
          <a:p>
            <a:r>
              <a:rPr lang="en-US" altLang="ko-KR" sz="2400" dirty="0" smtClean="0">
                <a:solidFill>
                  <a:srgbClr val="003399"/>
                </a:solidFill>
                <a:latin typeface="HY견고딕" pitchFamily="18" charset="-127"/>
                <a:ea typeface="HY견고딕" pitchFamily="18" charset="-127"/>
              </a:rPr>
              <a:t>- </a:t>
            </a:r>
            <a:r>
              <a:rPr lang="ko-KR" altLang="en-US" sz="2400" dirty="0" smtClean="0">
                <a:solidFill>
                  <a:srgbClr val="003399"/>
                </a:solidFill>
                <a:latin typeface="HY견고딕" pitchFamily="18" charset="-127"/>
                <a:ea typeface="HY견고딕" pitchFamily="18" charset="-127"/>
              </a:rPr>
              <a:t>전담기관 연구관리의 비효율성</a:t>
            </a:r>
            <a:endParaRPr lang="ko-KR" altLang="en-US" sz="2400" dirty="0">
              <a:solidFill>
                <a:srgbClr val="003399"/>
              </a:solidFill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27" name="Rectangle 5"/>
          <p:cNvSpPr>
            <a:spLocks noChangeArrowheads="1"/>
          </p:cNvSpPr>
          <p:nvPr/>
        </p:nvSpPr>
        <p:spPr bwMode="auto">
          <a:xfrm>
            <a:off x="2123728" y="4089740"/>
            <a:ext cx="4394200" cy="419380"/>
          </a:xfrm>
          <a:prstGeom prst="rect">
            <a:avLst/>
          </a:prstGeom>
          <a:noFill/>
          <a:ln>
            <a:noFill/>
          </a:ln>
          <a:effectLst>
            <a:outerShdw dist="28398" dir="1593903" algn="ctr" rotWithShape="0">
              <a:srgbClr val="FFFFFF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97974" tIns="46794" rIns="197974" bIns="46794" anchor="ctr"/>
          <a:lstStyle/>
          <a:p>
            <a:r>
              <a:rPr lang="en-US" altLang="ko-KR" sz="2400" dirty="0" smtClean="0">
                <a:solidFill>
                  <a:srgbClr val="003399"/>
                </a:solidFill>
                <a:latin typeface="HY견고딕" pitchFamily="18" charset="-127"/>
                <a:ea typeface="HY견고딕" pitchFamily="18" charset="-127"/>
              </a:rPr>
              <a:t>- </a:t>
            </a:r>
            <a:r>
              <a:rPr lang="ko-KR" altLang="en-US" sz="2400" dirty="0" smtClean="0">
                <a:solidFill>
                  <a:srgbClr val="003399"/>
                </a:solidFill>
                <a:latin typeface="HY견고딕" pitchFamily="18" charset="-127"/>
                <a:ea typeface="HY견고딕" pitchFamily="18" charset="-127"/>
              </a:rPr>
              <a:t>전담기관 연구관리시스템의 혼란</a:t>
            </a:r>
            <a:endParaRPr lang="ko-KR" altLang="en-US" sz="2400" dirty="0">
              <a:solidFill>
                <a:srgbClr val="003399"/>
              </a:solidFill>
              <a:latin typeface="HY견고딕" pitchFamily="18" charset="-127"/>
              <a:ea typeface="HY견고딕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11958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/>
        </p:nvGrpSpPr>
        <p:grpSpPr>
          <a:xfrm>
            <a:off x="971600" y="522759"/>
            <a:ext cx="6932985" cy="962025"/>
            <a:chOff x="1095399" y="666775"/>
            <a:chExt cx="6932985" cy="962025"/>
          </a:xfrm>
        </p:grpSpPr>
        <p:pic>
          <p:nvPicPr>
            <p:cNvPr id="27" name="Picture 4"/>
            <p:cNvPicPr>
              <a:picLocks noChangeAspect="1" noChangeArrowheads="1"/>
            </p:cNvPicPr>
            <p:nvPr/>
          </p:nvPicPr>
          <p:blipFill>
            <a:blip r:embed="rId3" cstate="print">
              <a:duotone>
                <a:prstClr val="black"/>
                <a:schemeClr val="accent5">
                  <a:tint val="45000"/>
                  <a:satMod val="400000"/>
                </a:schemeClr>
              </a:duotone>
            </a:blip>
            <a:srcRect/>
            <a:stretch>
              <a:fillRect/>
            </a:stretch>
          </p:blipFill>
          <p:spPr bwMode="auto">
            <a:xfrm>
              <a:off x="1095399" y="666775"/>
              <a:ext cx="6905625" cy="9620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" name="TextBox 5"/>
            <p:cNvSpPr txBox="1"/>
            <p:nvPr/>
          </p:nvSpPr>
          <p:spPr bwMode="auto">
            <a:xfrm>
              <a:off x="1098930" y="879024"/>
              <a:ext cx="6929454" cy="507831"/>
            </a:xfrm>
            <a:prstGeom prst="rect">
              <a:avLst/>
            </a:prstGeom>
            <a:noFill/>
          </p:spPr>
          <p:txBody>
            <a:bodyPr>
              <a:spAutoFit/>
              <a:scene3d>
                <a:camera prst="orthographicFront">
                  <a:rot lat="0" lon="0" rev="0"/>
                </a:camera>
                <a:lightRig rig="glow" dir="t">
                  <a:rot lat="0" lon="0" rev="3600000"/>
                </a:lightRig>
              </a:scene3d>
              <a:sp3d prstMaterial="softEdge">
                <a:bevelT w="29210" h="16510"/>
                <a:contourClr>
                  <a:schemeClr val="accent4">
                    <a:alpha val="95000"/>
                  </a:schemeClr>
                </a:contourClr>
              </a:sp3d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2700" b="1" spc="-150" dirty="0" smtClean="0">
                  <a:ln>
                    <a:solidFill>
                      <a:schemeClr val="bg1">
                        <a:lumMod val="85000"/>
                      </a:schemeClr>
                    </a:solidFill>
                    <a:prstDash val="solid"/>
                  </a:ln>
                  <a:gradFill rotWithShape="1">
                    <a:gsLst>
                      <a:gs pos="0">
                        <a:schemeClr val="bg1">
                          <a:lumMod val="85000"/>
                        </a:schemeClr>
                      </a:gs>
                      <a:gs pos="40000">
                        <a:schemeClr val="bg1"/>
                      </a:gs>
                      <a:gs pos="50000">
                        <a:schemeClr val="bg1">
                          <a:lumMod val="65000"/>
                        </a:schemeClr>
                      </a:gs>
                      <a:gs pos="68000">
                        <a:schemeClr val="bg1"/>
                      </a:gs>
                      <a:gs pos="100000">
                        <a:schemeClr val="bg1">
                          <a:lumMod val="85000"/>
                        </a:schemeClr>
                      </a:gs>
                    </a:gsLst>
                    <a:lin ang="5400000"/>
                  </a:gradFill>
                  <a:effectLst>
                    <a:outerShdw blurRad="50800" dist="38100" dir="5040000" algn="tl">
                      <a:schemeClr val="tx1">
                        <a:alpha val="70000"/>
                      </a:schemeClr>
                    </a:outerShdw>
                  </a:effectLst>
                  <a:latin typeface="HY헤드라인M" pitchFamily="18" charset="-127"/>
                  <a:ea typeface="HY헤드라인M" pitchFamily="18" charset="-127"/>
                </a:rPr>
                <a:t>다양한 </a:t>
              </a:r>
              <a:r>
                <a:rPr kumimoji="0" lang="en-US" altLang="ko-KR" sz="2700" b="1" spc="-150" dirty="0" smtClean="0">
                  <a:ln>
                    <a:solidFill>
                      <a:schemeClr val="bg1">
                        <a:lumMod val="85000"/>
                      </a:schemeClr>
                    </a:solidFill>
                    <a:prstDash val="solid"/>
                  </a:ln>
                  <a:gradFill rotWithShape="1">
                    <a:gsLst>
                      <a:gs pos="0">
                        <a:schemeClr val="bg1">
                          <a:lumMod val="85000"/>
                        </a:schemeClr>
                      </a:gs>
                      <a:gs pos="40000">
                        <a:schemeClr val="bg1"/>
                      </a:gs>
                      <a:gs pos="50000">
                        <a:schemeClr val="bg1">
                          <a:lumMod val="65000"/>
                        </a:schemeClr>
                      </a:gs>
                      <a:gs pos="68000">
                        <a:schemeClr val="bg1"/>
                      </a:gs>
                      <a:gs pos="100000">
                        <a:schemeClr val="bg1">
                          <a:lumMod val="85000"/>
                        </a:schemeClr>
                      </a:gs>
                    </a:gsLst>
                    <a:lin ang="5400000"/>
                  </a:gradFill>
                  <a:effectLst>
                    <a:outerShdw blurRad="50800" dist="38100" dir="5040000" algn="tl">
                      <a:schemeClr val="tx1">
                        <a:alpha val="70000"/>
                      </a:schemeClr>
                    </a:outerShdw>
                  </a:effectLst>
                  <a:latin typeface="HY헤드라인M" pitchFamily="18" charset="-127"/>
                  <a:ea typeface="HY헤드라인M" pitchFamily="18" charset="-127"/>
                </a:rPr>
                <a:t>R&amp;D</a:t>
              </a:r>
              <a:r>
                <a:rPr kumimoji="0" lang="ko-KR" altLang="en-US" sz="2700" b="1" spc="-150" dirty="0" smtClean="0">
                  <a:ln>
                    <a:solidFill>
                      <a:schemeClr val="bg1">
                        <a:lumMod val="85000"/>
                      </a:schemeClr>
                    </a:solidFill>
                    <a:prstDash val="solid"/>
                  </a:ln>
                  <a:gradFill rotWithShape="1">
                    <a:gsLst>
                      <a:gs pos="0">
                        <a:schemeClr val="bg1">
                          <a:lumMod val="85000"/>
                        </a:schemeClr>
                      </a:gs>
                      <a:gs pos="40000">
                        <a:schemeClr val="bg1"/>
                      </a:gs>
                      <a:gs pos="50000">
                        <a:schemeClr val="bg1">
                          <a:lumMod val="65000"/>
                        </a:schemeClr>
                      </a:gs>
                      <a:gs pos="68000">
                        <a:schemeClr val="bg1"/>
                      </a:gs>
                      <a:gs pos="100000">
                        <a:schemeClr val="bg1">
                          <a:lumMod val="85000"/>
                        </a:schemeClr>
                      </a:gs>
                    </a:gsLst>
                    <a:lin ang="5400000"/>
                  </a:gradFill>
                  <a:effectLst>
                    <a:outerShdw blurRad="50800" dist="38100" dir="5040000" algn="tl">
                      <a:schemeClr val="tx1">
                        <a:alpha val="70000"/>
                      </a:schemeClr>
                    </a:outerShdw>
                  </a:effectLst>
                  <a:latin typeface="HY헤드라인M" pitchFamily="18" charset="-127"/>
                  <a:ea typeface="HY헤드라인M" pitchFamily="18" charset="-127"/>
                </a:rPr>
                <a:t>사업</a:t>
              </a:r>
              <a:r>
                <a:rPr kumimoji="0" lang="ko-KR" altLang="en-US" sz="2700" b="1" spc="-150" dirty="0" smtClean="0">
                  <a:ln>
                    <a:solidFill>
                      <a:schemeClr val="bg1">
                        <a:lumMod val="85000"/>
                      </a:schemeClr>
                    </a:solidFill>
                    <a:prstDash val="solid"/>
                  </a:ln>
                  <a:gradFill rotWithShape="1">
                    <a:gsLst>
                      <a:gs pos="0">
                        <a:schemeClr val="bg1">
                          <a:lumMod val="85000"/>
                        </a:schemeClr>
                      </a:gs>
                      <a:gs pos="40000">
                        <a:schemeClr val="bg1"/>
                      </a:gs>
                      <a:gs pos="50000">
                        <a:schemeClr val="bg1">
                          <a:lumMod val="65000"/>
                        </a:schemeClr>
                      </a:gs>
                      <a:gs pos="68000">
                        <a:schemeClr val="bg1"/>
                      </a:gs>
                      <a:gs pos="100000">
                        <a:schemeClr val="bg1">
                          <a:lumMod val="85000"/>
                        </a:schemeClr>
                      </a:gs>
                    </a:gsLst>
                    <a:lin ang="5400000"/>
                  </a:gradFill>
                  <a:effectLst>
                    <a:outerShdw blurRad="50800" dist="38100" dir="5040000" algn="tl">
                      <a:schemeClr val="tx1">
                        <a:alpha val="70000"/>
                      </a:schemeClr>
                    </a:outerShdw>
                  </a:effectLst>
                  <a:latin typeface="HY헤드라인M" pitchFamily="18" charset="-127"/>
                  <a:ea typeface="HY헤드라인M" pitchFamily="18" charset="-127"/>
                </a:rPr>
                <a:t> 주머니들</a:t>
              </a:r>
              <a:endParaRPr kumimoji="0" lang="ko-KR" altLang="en-US" sz="2700" b="1" spc="-150" dirty="0">
                <a:ln>
                  <a:solidFill>
                    <a:schemeClr val="bg1">
                      <a:lumMod val="85000"/>
                    </a:schemeClr>
                  </a:solidFill>
                  <a:prstDash val="solid"/>
                </a:ln>
                <a:gradFill rotWithShape="1">
                  <a:gsLst>
                    <a:gs pos="0">
                      <a:schemeClr val="bg1">
                        <a:lumMod val="85000"/>
                      </a:schemeClr>
                    </a:gs>
                    <a:gs pos="40000">
                      <a:schemeClr val="bg1"/>
                    </a:gs>
                    <a:gs pos="50000">
                      <a:schemeClr val="bg1">
                        <a:lumMod val="65000"/>
                      </a:schemeClr>
                    </a:gs>
                    <a:gs pos="6800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5400000"/>
                </a:gradFill>
                <a:effectLst>
                  <a:outerShdw blurRad="50800" dist="38100" dir="5040000" algn="tl">
                    <a:schemeClr val="tx1">
                      <a:alpha val="70000"/>
                    </a:schemeClr>
                  </a:outerShdw>
                </a:effectLst>
                <a:latin typeface="HY헤드라인M" pitchFamily="18" charset="-127"/>
                <a:ea typeface="HY헤드라인M" pitchFamily="18" charset="-127"/>
              </a:endParaRPr>
            </a:p>
          </p:txBody>
        </p:sp>
      </p:grpSp>
      <p:sp>
        <p:nvSpPr>
          <p:cNvPr id="7" name="직사각형 6"/>
          <p:cNvSpPr/>
          <p:nvPr/>
        </p:nvSpPr>
        <p:spPr>
          <a:xfrm>
            <a:off x="8715372" y="6429372"/>
            <a:ext cx="428628" cy="428628"/>
          </a:xfrm>
          <a:prstGeom prst="rect">
            <a:avLst/>
          </a:prstGeom>
          <a:gradFill>
            <a:gsLst>
              <a:gs pos="0">
                <a:schemeClr val="accent6">
                  <a:shade val="51000"/>
                  <a:satMod val="130000"/>
                  <a:alpha val="0"/>
                </a:schemeClr>
              </a:gs>
              <a:gs pos="80000">
                <a:schemeClr val="accent6">
                  <a:shade val="93000"/>
                  <a:satMod val="130000"/>
                </a:schemeClr>
              </a:gs>
              <a:gs pos="100000">
                <a:schemeClr val="accent6">
                  <a:shade val="94000"/>
                  <a:satMod val="135000"/>
                </a:schemeClr>
              </a:gs>
            </a:gsLst>
            <a:lin ang="3600000" scaled="0"/>
          </a:gra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5000"/>
              </a:lnSpc>
              <a:defRPr/>
            </a:pPr>
            <a:r>
              <a:rPr lang="en-US" altLang="ko-KR" b="1" spc="-150" dirty="0" smtClean="0">
                <a:solidFill>
                  <a:srgbClr val="000000"/>
                </a:solidFill>
              </a:rPr>
              <a:t>7</a:t>
            </a:r>
            <a:endParaRPr lang="ko-KR" altLang="en-US" b="1" spc="-150" dirty="0">
              <a:solidFill>
                <a:srgbClr val="000000"/>
              </a:solidFill>
            </a:endParaRPr>
          </a:p>
        </p:txBody>
      </p:sp>
      <p:sp>
        <p:nvSpPr>
          <p:cNvPr id="34" name="Oval 2"/>
          <p:cNvSpPr>
            <a:spLocks noChangeArrowheads="1"/>
          </p:cNvSpPr>
          <p:nvPr/>
        </p:nvSpPr>
        <p:spPr bwMode="gray">
          <a:xfrm>
            <a:off x="2590800" y="2133600"/>
            <a:ext cx="4038600" cy="3962400"/>
          </a:xfrm>
          <a:prstGeom prst="ellipse">
            <a:avLst/>
          </a:prstGeom>
          <a:gradFill rotWithShape="1">
            <a:gsLst>
              <a:gs pos="0">
                <a:srgbClr val="CCECFF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99CC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grpSp>
        <p:nvGrpSpPr>
          <p:cNvPr id="35" name="Group 4"/>
          <p:cNvGrpSpPr>
            <a:grpSpLocks/>
          </p:cNvGrpSpPr>
          <p:nvPr/>
        </p:nvGrpSpPr>
        <p:grpSpPr bwMode="auto">
          <a:xfrm>
            <a:off x="3581400" y="3124200"/>
            <a:ext cx="2057400" cy="2133600"/>
            <a:chOff x="2016" y="1920"/>
            <a:chExt cx="1680" cy="1680"/>
          </a:xfrm>
        </p:grpSpPr>
        <p:sp>
          <p:nvSpPr>
            <p:cNvPr id="36" name="Oval 5"/>
            <p:cNvSpPr>
              <a:spLocks noChangeArrowheads="1"/>
            </p:cNvSpPr>
            <p:nvPr/>
          </p:nvSpPr>
          <p:spPr bwMode="gray">
            <a:xfrm>
              <a:off x="2016" y="1920"/>
              <a:ext cx="1680" cy="1680"/>
            </a:xfrm>
            <a:prstGeom prst="ellipse">
              <a:avLst/>
            </a:prstGeom>
            <a:gradFill rotWithShape="1">
              <a:gsLst>
                <a:gs pos="0">
                  <a:srgbClr val="FF6600"/>
                </a:gs>
                <a:gs pos="100000">
                  <a:srgbClr val="742E00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37" name="Freeform 6"/>
            <p:cNvSpPr>
              <a:spLocks/>
            </p:cNvSpPr>
            <p:nvPr/>
          </p:nvSpPr>
          <p:spPr bwMode="gray">
            <a:xfrm>
              <a:off x="2208" y="1948"/>
              <a:ext cx="1296" cy="634"/>
            </a:xfrm>
            <a:custGeom>
              <a:avLst/>
              <a:gdLst>
                <a:gd name="T0" fmla="*/ 1276 w 1321"/>
                <a:gd name="T1" fmla="*/ 357 h 712"/>
                <a:gd name="T2" fmla="*/ 1292 w 1321"/>
                <a:gd name="T3" fmla="*/ 394 h 712"/>
                <a:gd name="T4" fmla="*/ 1296 w 1321"/>
                <a:gd name="T5" fmla="*/ 428 h 712"/>
                <a:gd name="T6" fmla="*/ 1290 w 1321"/>
                <a:gd name="T7" fmla="*/ 459 h 712"/>
                <a:gd name="T8" fmla="*/ 1273 w 1321"/>
                <a:gd name="T9" fmla="*/ 490 h 712"/>
                <a:gd name="T10" fmla="*/ 1248 w 1321"/>
                <a:gd name="T11" fmla="*/ 516 h 712"/>
                <a:gd name="T12" fmla="*/ 1216 w 1321"/>
                <a:gd name="T13" fmla="*/ 538 h 712"/>
                <a:gd name="T14" fmla="*/ 1173 w 1321"/>
                <a:gd name="T15" fmla="*/ 559 h 712"/>
                <a:gd name="T16" fmla="*/ 1125 w 1321"/>
                <a:gd name="T17" fmla="*/ 578 h 712"/>
                <a:gd name="T18" fmla="*/ 1071 w 1321"/>
                <a:gd name="T19" fmla="*/ 594 h 712"/>
                <a:gd name="T20" fmla="*/ 1011 w 1321"/>
                <a:gd name="T21" fmla="*/ 608 h 712"/>
                <a:gd name="T22" fmla="*/ 949 w 1321"/>
                <a:gd name="T23" fmla="*/ 618 h 712"/>
                <a:gd name="T24" fmla="*/ 879 w 1321"/>
                <a:gd name="T25" fmla="*/ 627 h 712"/>
                <a:gd name="T26" fmla="*/ 808 w 1321"/>
                <a:gd name="T27" fmla="*/ 632 h 712"/>
                <a:gd name="T28" fmla="*/ 780 w 1321"/>
                <a:gd name="T29" fmla="*/ 634 h 712"/>
                <a:gd name="T30" fmla="*/ 467 w 1321"/>
                <a:gd name="T31" fmla="*/ 634 h 712"/>
                <a:gd name="T32" fmla="*/ 463 w 1321"/>
                <a:gd name="T33" fmla="*/ 634 h 712"/>
                <a:gd name="T34" fmla="*/ 401 w 1321"/>
                <a:gd name="T35" fmla="*/ 630 h 712"/>
                <a:gd name="T36" fmla="*/ 341 w 1321"/>
                <a:gd name="T37" fmla="*/ 627 h 712"/>
                <a:gd name="T38" fmla="*/ 285 w 1321"/>
                <a:gd name="T39" fmla="*/ 620 h 712"/>
                <a:gd name="T40" fmla="*/ 231 w 1321"/>
                <a:gd name="T41" fmla="*/ 614 h 712"/>
                <a:gd name="T42" fmla="*/ 182 w 1321"/>
                <a:gd name="T43" fmla="*/ 603 h 712"/>
                <a:gd name="T44" fmla="*/ 138 w 1321"/>
                <a:gd name="T45" fmla="*/ 590 h 712"/>
                <a:gd name="T46" fmla="*/ 100 w 1321"/>
                <a:gd name="T47" fmla="*/ 577 h 712"/>
                <a:gd name="T48" fmla="*/ 66 w 1321"/>
                <a:gd name="T49" fmla="*/ 561 h 712"/>
                <a:gd name="T50" fmla="*/ 38 w 1321"/>
                <a:gd name="T51" fmla="*/ 541 h 712"/>
                <a:gd name="T52" fmla="*/ 18 w 1321"/>
                <a:gd name="T53" fmla="*/ 519 h 712"/>
                <a:gd name="T54" fmla="*/ 6 w 1321"/>
                <a:gd name="T55" fmla="*/ 493 h 712"/>
                <a:gd name="T56" fmla="*/ 0 w 1321"/>
                <a:gd name="T57" fmla="*/ 467 h 712"/>
                <a:gd name="T58" fmla="*/ 0 w 1321"/>
                <a:gd name="T59" fmla="*/ 463 h 712"/>
                <a:gd name="T60" fmla="*/ 4 w 1321"/>
                <a:gd name="T61" fmla="*/ 434 h 712"/>
                <a:gd name="T62" fmla="*/ 16 w 1321"/>
                <a:gd name="T63" fmla="*/ 397 h 712"/>
                <a:gd name="T64" fmla="*/ 50 w 1321"/>
                <a:gd name="T65" fmla="*/ 329 h 712"/>
                <a:gd name="T66" fmla="*/ 92 w 1321"/>
                <a:gd name="T67" fmla="*/ 266 h 712"/>
                <a:gd name="T68" fmla="*/ 144 w 1321"/>
                <a:gd name="T69" fmla="*/ 209 h 712"/>
                <a:gd name="T70" fmla="*/ 200 w 1321"/>
                <a:gd name="T71" fmla="*/ 157 h 712"/>
                <a:gd name="T72" fmla="*/ 265 w 1321"/>
                <a:gd name="T73" fmla="*/ 111 h 712"/>
                <a:gd name="T74" fmla="*/ 335 w 1321"/>
                <a:gd name="T75" fmla="*/ 73 h 712"/>
                <a:gd name="T76" fmla="*/ 407 w 1321"/>
                <a:gd name="T77" fmla="*/ 42 h 712"/>
                <a:gd name="T78" fmla="*/ 488 w 1321"/>
                <a:gd name="T79" fmla="*/ 19 h 712"/>
                <a:gd name="T80" fmla="*/ 570 w 1321"/>
                <a:gd name="T81" fmla="*/ 5 h 712"/>
                <a:gd name="T82" fmla="*/ 654 w 1321"/>
                <a:gd name="T83" fmla="*/ 0 h 712"/>
                <a:gd name="T84" fmla="*/ 654 w 1321"/>
                <a:gd name="T85" fmla="*/ 0 h 712"/>
                <a:gd name="T86" fmla="*/ 745 w 1321"/>
                <a:gd name="T87" fmla="*/ 5 h 712"/>
                <a:gd name="T88" fmla="*/ 831 w 1321"/>
                <a:gd name="T89" fmla="*/ 20 h 712"/>
                <a:gd name="T90" fmla="*/ 914 w 1321"/>
                <a:gd name="T91" fmla="*/ 47 h 712"/>
                <a:gd name="T92" fmla="*/ 991 w 1321"/>
                <a:gd name="T93" fmla="*/ 80 h 712"/>
                <a:gd name="T94" fmla="*/ 1062 w 1321"/>
                <a:gd name="T95" fmla="*/ 122 h 712"/>
                <a:gd name="T96" fmla="*/ 1127 w 1321"/>
                <a:gd name="T97" fmla="*/ 173 h 712"/>
                <a:gd name="T98" fmla="*/ 1185 w 1321"/>
                <a:gd name="T99" fmla="*/ 228 h 712"/>
                <a:gd name="T100" fmla="*/ 1234 w 1321"/>
                <a:gd name="T101" fmla="*/ 289 h 712"/>
                <a:gd name="T102" fmla="*/ 1276 w 1321"/>
                <a:gd name="T103" fmla="*/ 357 h 712"/>
                <a:gd name="T104" fmla="*/ 1276 w 1321"/>
                <a:gd name="T105" fmla="*/ 357 h 712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1321" h="712">
                  <a:moveTo>
                    <a:pt x="1301" y="401"/>
                  </a:moveTo>
                  <a:lnTo>
                    <a:pt x="1317" y="442"/>
                  </a:lnTo>
                  <a:lnTo>
                    <a:pt x="1321" y="481"/>
                  </a:lnTo>
                  <a:lnTo>
                    <a:pt x="1315" y="516"/>
                  </a:lnTo>
                  <a:lnTo>
                    <a:pt x="1298" y="550"/>
                  </a:lnTo>
                  <a:lnTo>
                    <a:pt x="1272" y="579"/>
                  </a:lnTo>
                  <a:lnTo>
                    <a:pt x="1239" y="604"/>
                  </a:lnTo>
                  <a:lnTo>
                    <a:pt x="1196" y="628"/>
                  </a:lnTo>
                  <a:lnTo>
                    <a:pt x="1147" y="649"/>
                  </a:lnTo>
                  <a:lnTo>
                    <a:pt x="1092" y="667"/>
                  </a:lnTo>
                  <a:lnTo>
                    <a:pt x="1031" y="683"/>
                  </a:lnTo>
                  <a:lnTo>
                    <a:pt x="967" y="694"/>
                  </a:lnTo>
                  <a:lnTo>
                    <a:pt x="896" y="704"/>
                  </a:lnTo>
                  <a:lnTo>
                    <a:pt x="824" y="710"/>
                  </a:lnTo>
                  <a:lnTo>
                    <a:pt x="795" y="712"/>
                  </a:lnTo>
                  <a:lnTo>
                    <a:pt x="476" y="712"/>
                  </a:lnTo>
                  <a:lnTo>
                    <a:pt x="472" y="712"/>
                  </a:lnTo>
                  <a:lnTo>
                    <a:pt x="409" y="708"/>
                  </a:lnTo>
                  <a:lnTo>
                    <a:pt x="348" y="704"/>
                  </a:lnTo>
                  <a:lnTo>
                    <a:pt x="290" y="696"/>
                  </a:lnTo>
                  <a:lnTo>
                    <a:pt x="235" y="689"/>
                  </a:lnTo>
                  <a:lnTo>
                    <a:pt x="186" y="677"/>
                  </a:lnTo>
                  <a:lnTo>
                    <a:pt x="141" y="663"/>
                  </a:lnTo>
                  <a:lnTo>
                    <a:pt x="102" y="648"/>
                  </a:lnTo>
                  <a:lnTo>
                    <a:pt x="67" y="630"/>
                  </a:lnTo>
                  <a:lnTo>
                    <a:pt x="39" y="608"/>
                  </a:lnTo>
                  <a:lnTo>
                    <a:pt x="18" y="583"/>
                  </a:lnTo>
                  <a:lnTo>
                    <a:pt x="6" y="554"/>
                  </a:lnTo>
                  <a:lnTo>
                    <a:pt x="0" y="524"/>
                  </a:lnTo>
                  <a:lnTo>
                    <a:pt x="0" y="520"/>
                  </a:lnTo>
                  <a:lnTo>
                    <a:pt x="4" y="487"/>
                  </a:lnTo>
                  <a:lnTo>
                    <a:pt x="16" y="446"/>
                  </a:lnTo>
                  <a:lnTo>
                    <a:pt x="51" y="370"/>
                  </a:lnTo>
                  <a:lnTo>
                    <a:pt x="94" y="299"/>
                  </a:lnTo>
                  <a:lnTo>
                    <a:pt x="147" y="235"/>
                  </a:lnTo>
                  <a:lnTo>
                    <a:pt x="204" y="176"/>
                  </a:lnTo>
                  <a:lnTo>
                    <a:pt x="270" y="125"/>
                  </a:lnTo>
                  <a:lnTo>
                    <a:pt x="341" y="82"/>
                  </a:lnTo>
                  <a:lnTo>
                    <a:pt x="415" y="47"/>
                  </a:lnTo>
                  <a:lnTo>
                    <a:pt x="497" y="21"/>
                  </a:lnTo>
                  <a:lnTo>
                    <a:pt x="581" y="6"/>
                  </a:lnTo>
                  <a:lnTo>
                    <a:pt x="667" y="0"/>
                  </a:lnTo>
                  <a:lnTo>
                    <a:pt x="759" y="6"/>
                  </a:lnTo>
                  <a:lnTo>
                    <a:pt x="847" y="23"/>
                  </a:lnTo>
                  <a:lnTo>
                    <a:pt x="932" y="53"/>
                  </a:lnTo>
                  <a:lnTo>
                    <a:pt x="1010" y="90"/>
                  </a:lnTo>
                  <a:lnTo>
                    <a:pt x="1082" y="137"/>
                  </a:lnTo>
                  <a:lnTo>
                    <a:pt x="1149" y="194"/>
                  </a:lnTo>
                  <a:lnTo>
                    <a:pt x="1208" y="256"/>
                  </a:lnTo>
                  <a:lnTo>
                    <a:pt x="1258" y="325"/>
                  </a:lnTo>
                  <a:lnTo>
                    <a:pt x="1301" y="401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FF6600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BBF6EE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38" name="Text Box 7"/>
          <p:cNvSpPr txBox="1">
            <a:spLocks noChangeArrowheads="1"/>
          </p:cNvSpPr>
          <p:nvPr/>
        </p:nvSpPr>
        <p:spPr bwMode="gray">
          <a:xfrm>
            <a:off x="3956312" y="3962400"/>
            <a:ext cx="139012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latinLnBrk="0" hangingPunct="0">
              <a:defRPr/>
            </a:pPr>
            <a:r>
              <a:rPr kumimoji="0" lang="ko-KR" altLang="en-US" sz="24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굴림" pitchFamily="50" charset="-127"/>
              </a:rPr>
              <a:t>수권예산</a:t>
            </a:r>
            <a:endParaRPr kumimoji="0" lang="en-US" altLang="ko-KR" sz="2400" b="1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  <a:ea typeface="굴림" pitchFamily="50" charset="-127"/>
            </a:endParaRPr>
          </a:p>
        </p:txBody>
      </p:sp>
      <p:grpSp>
        <p:nvGrpSpPr>
          <p:cNvPr id="40" name="Group 9"/>
          <p:cNvGrpSpPr>
            <a:grpSpLocks/>
          </p:cNvGrpSpPr>
          <p:nvPr/>
        </p:nvGrpSpPr>
        <p:grpSpPr bwMode="auto">
          <a:xfrm>
            <a:off x="4190999" y="1752600"/>
            <a:ext cx="685800" cy="658813"/>
            <a:chOff x="2016" y="1920"/>
            <a:chExt cx="1680" cy="1680"/>
          </a:xfrm>
        </p:grpSpPr>
        <p:sp>
          <p:nvSpPr>
            <p:cNvPr id="42" name="Oval 10"/>
            <p:cNvSpPr>
              <a:spLocks noChangeArrowheads="1"/>
            </p:cNvSpPr>
            <p:nvPr/>
          </p:nvSpPr>
          <p:spPr bwMode="gray">
            <a:xfrm>
              <a:off x="2016" y="1920"/>
              <a:ext cx="1680" cy="1680"/>
            </a:xfrm>
            <a:prstGeom prst="ellipse">
              <a:avLst/>
            </a:prstGeom>
            <a:gradFill rotWithShape="1">
              <a:gsLst>
                <a:gs pos="0">
                  <a:srgbClr val="FFFF66"/>
                </a:gs>
                <a:gs pos="100000">
                  <a:srgbClr val="6C6C2B"/>
                </a:gs>
              </a:gsLst>
              <a:lin ang="540000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43" name="Freeform 11"/>
            <p:cNvSpPr>
              <a:spLocks/>
            </p:cNvSpPr>
            <p:nvPr/>
          </p:nvSpPr>
          <p:spPr bwMode="gray">
            <a:xfrm>
              <a:off x="2208" y="1948"/>
              <a:ext cx="1296" cy="634"/>
            </a:xfrm>
            <a:custGeom>
              <a:avLst/>
              <a:gdLst>
                <a:gd name="T0" fmla="*/ 1276 w 1321"/>
                <a:gd name="T1" fmla="*/ 357 h 712"/>
                <a:gd name="T2" fmla="*/ 1292 w 1321"/>
                <a:gd name="T3" fmla="*/ 394 h 712"/>
                <a:gd name="T4" fmla="*/ 1296 w 1321"/>
                <a:gd name="T5" fmla="*/ 428 h 712"/>
                <a:gd name="T6" fmla="*/ 1290 w 1321"/>
                <a:gd name="T7" fmla="*/ 459 h 712"/>
                <a:gd name="T8" fmla="*/ 1273 w 1321"/>
                <a:gd name="T9" fmla="*/ 490 h 712"/>
                <a:gd name="T10" fmla="*/ 1248 w 1321"/>
                <a:gd name="T11" fmla="*/ 516 h 712"/>
                <a:gd name="T12" fmla="*/ 1216 w 1321"/>
                <a:gd name="T13" fmla="*/ 538 h 712"/>
                <a:gd name="T14" fmla="*/ 1173 w 1321"/>
                <a:gd name="T15" fmla="*/ 559 h 712"/>
                <a:gd name="T16" fmla="*/ 1125 w 1321"/>
                <a:gd name="T17" fmla="*/ 578 h 712"/>
                <a:gd name="T18" fmla="*/ 1071 w 1321"/>
                <a:gd name="T19" fmla="*/ 594 h 712"/>
                <a:gd name="T20" fmla="*/ 1011 w 1321"/>
                <a:gd name="T21" fmla="*/ 608 h 712"/>
                <a:gd name="T22" fmla="*/ 949 w 1321"/>
                <a:gd name="T23" fmla="*/ 618 h 712"/>
                <a:gd name="T24" fmla="*/ 879 w 1321"/>
                <a:gd name="T25" fmla="*/ 627 h 712"/>
                <a:gd name="T26" fmla="*/ 808 w 1321"/>
                <a:gd name="T27" fmla="*/ 632 h 712"/>
                <a:gd name="T28" fmla="*/ 780 w 1321"/>
                <a:gd name="T29" fmla="*/ 634 h 712"/>
                <a:gd name="T30" fmla="*/ 467 w 1321"/>
                <a:gd name="T31" fmla="*/ 634 h 712"/>
                <a:gd name="T32" fmla="*/ 463 w 1321"/>
                <a:gd name="T33" fmla="*/ 634 h 712"/>
                <a:gd name="T34" fmla="*/ 401 w 1321"/>
                <a:gd name="T35" fmla="*/ 630 h 712"/>
                <a:gd name="T36" fmla="*/ 341 w 1321"/>
                <a:gd name="T37" fmla="*/ 627 h 712"/>
                <a:gd name="T38" fmla="*/ 285 w 1321"/>
                <a:gd name="T39" fmla="*/ 620 h 712"/>
                <a:gd name="T40" fmla="*/ 231 w 1321"/>
                <a:gd name="T41" fmla="*/ 614 h 712"/>
                <a:gd name="T42" fmla="*/ 182 w 1321"/>
                <a:gd name="T43" fmla="*/ 603 h 712"/>
                <a:gd name="T44" fmla="*/ 138 w 1321"/>
                <a:gd name="T45" fmla="*/ 590 h 712"/>
                <a:gd name="T46" fmla="*/ 100 w 1321"/>
                <a:gd name="T47" fmla="*/ 577 h 712"/>
                <a:gd name="T48" fmla="*/ 66 w 1321"/>
                <a:gd name="T49" fmla="*/ 561 h 712"/>
                <a:gd name="T50" fmla="*/ 38 w 1321"/>
                <a:gd name="T51" fmla="*/ 541 h 712"/>
                <a:gd name="T52" fmla="*/ 18 w 1321"/>
                <a:gd name="T53" fmla="*/ 519 h 712"/>
                <a:gd name="T54" fmla="*/ 6 w 1321"/>
                <a:gd name="T55" fmla="*/ 493 h 712"/>
                <a:gd name="T56" fmla="*/ 0 w 1321"/>
                <a:gd name="T57" fmla="*/ 467 h 712"/>
                <a:gd name="T58" fmla="*/ 0 w 1321"/>
                <a:gd name="T59" fmla="*/ 463 h 712"/>
                <a:gd name="T60" fmla="*/ 4 w 1321"/>
                <a:gd name="T61" fmla="*/ 434 h 712"/>
                <a:gd name="T62" fmla="*/ 16 w 1321"/>
                <a:gd name="T63" fmla="*/ 397 h 712"/>
                <a:gd name="T64" fmla="*/ 50 w 1321"/>
                <a:gd name="T65" fmla="*/ 329 h 712"/>
                <a:gd name="T66" fmla="*/ 92 w 1321"/>
                <a:gd name="T67" fmla="*/ 266 h 712"/>
                <a:gd name="T68" fmla="*/ 144 w 1321"/>
                <a:gd name="T69" fmla="*/ 209 h 712"/>
                <a:gd name="T70" fmla="*/ 200 w 1321"/>
                <a:gd name="T71" fmla="*/ 157 h 712"/>
                <a:gd name="T72" fmla="*/ 265 w 1321"/>
                <a:gd name="T73" fmla="*/ 111 h 712"/>
                <a:gd name="T74" fmla="*/ 335 w 1321"/>
                <a:gd name="T75" fmla="*/ 73 h 712"/>
                <a:gd name="T76" fmla="*/ 407 w 1321"/>
                <a:gd name="T77" fmla="*/ 42 h 712"/>
                <a:gd name="T78" fmla="*/ 488 w 1321"/>
                <a:gd name="T79" fmla="*/ 19 h 712"/>
                <a:gd name="T80" fmla="*/ 570 w 1321"/>
                <a:gd name="T81" fmla="*/ 5 h 712"/>
                <a:gd name="T82" fmla="*/ 654 w 1321"/>
                <a:gd name="T83" fmla="*/ 0 h 712"/>
                <a:gd name="T84" fmla="*/ 654 w 1321"/>
                <a:gd name="T85" fmla="*/ 0 h 712"/>
                <a:gd name="T86" fmla="*/ 745 w 1321"/>
                <a:gd name="T87" fmla="*/ 5 h 712"/>
                <a:gd name="T88" fmla="*/ 831 w 1321"/>
                <a:gd name="T89" fmla="*/ 20 h 712"/>
                <a:gd name="T90" fmla="*/ 914 w 1321"/>
                <a:gd name="T91" fmla="*/ 47 h 712"/>
                <a:gd name="T92" fmla="*/ 991 w 1321"/>
                <a:gd name="T93" fmla="*/ 80 h 712"/>
                <a:gd name="T94" fmla="*/ 1062 w 1321"/>
                <a:gd name="T95" fmla="*/ 122 h 712"/>
                <a:gd name="T96" fmla="*/ 1127 w 1321"/>
                <a:gd name="T97" fmla="*/ 173 h 712"/>
                <a:gd name="T98" fmla="*/ 1185 w 1321"/>
                <a:gd name="T99" fmla="*/ 228 h 712"/>
                <a:gd name="T100" fmla="*/ 1234 w 1321"/>
                <a:gd name="T101" fmla="*/ 289 h 712"/>
                <a:gd name="T102" fmla="*/ 1276 w 1321"/>
                <a:gd name="T103" fmla="*/ 357 h 712"/>
                <a:gd name="T104" fmla="*/ 1276 w 1321"/>
                <a:gd name="T105" fmla="*/ 357 h 712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1321" h="712">
                  <a:moveTo>
                    <a:pt x="1301" y="401"/>
                  </a:moveTo>
                  <a:lnTo>
                    <a:pt x="1317" y="442"/>
                  </a:lnTo>
                  <a:lnTo>
                    <a:pt x="1321" y="481"/>
                  </a:lnTo>
                  <a:lnTo>
                    <a:pt x="1315" y="516"/>
                  </a:lnTo>
                  <a:lnTo>
                    <a:pt x="1298" y="550"/>
                  </a:lnTo>
                  <a:lnTo>
                    <a:pt x="1272" y="579"/>
                  </a:lnTo>
                  <a:lnTo>
                    <a:pt x="1239" y="604"/>
                  </a:lnTo>
                  <a:lnTo>
                    <a:pt x="1196" y="628"/>
                  </a:lnTo>
                  <a:lnTo>
                    <a:pt x="1147" y="649"/>
                  </a:lnTo>
                  <a:lnTo>
                    <a:pt x="1092" y="667"/>
                  </a:lnTo>
                  <a:lnTo>
                    <a:pt x="1031" y="683"/>
                  </a:lnTo>
                  <a:lnTo>
                    <a:pt x="967" y="694"/>
                  </a:lnTo>
                  <a:lnTo>
                    <a:pt x="896" y="704"/>
                  </a:lnTo>
                  <a:lnTo>
                    <a:pt x="824" y="710"/>
                  </a:lnTo>
                  <a:lnTo>
                    <a:pt x="795" y="712"/>
                  </a:lnTo>
                  <a:lnTo>
                    <a:pt x="476" y="712"/>
                  </a:lnTo>
                  <a:lnTo>
                    <a:pt x="472" y="712"/>
                  </a:lnTo>
                  <a:lnTo>
                    <a:pt x="409" y="708"/>
                  </a:lnTo>
                  <a:lnTo>
                    <a:pt x="348" y="704"/>
                  </a:lnTo>
                  <a:lnTo>
                    <a:pt x="290" y="696"/>
                  </a:lnTo>
                  <a:lnTo>
                    <a:pt x="235" y="689"/>
                  </a:lnTo>
                  <a:lnTo>
                    <a:pt x="186" y="677"/>
                  </a:lnTo>
                  <a:lnTo>
                    <a:pt x="141" y="663"/>
                  </a:lnTo>
                  <a:lnTo>
                    <a:pt x="102" y="648"/>
                  </a:lnTo>
                  <a:lnTo>
                    <a:pt x="67" y="630"/>
                  </a:lnTo>
                  <a:lnTo>
                    <a:pt x="39" y="608"/>
                  </a:lnTo>
                  <a:lnTo>
                    <a:pt x="18" y="583"/>
                  </a:lnTo>
                  <a:lnTo>
                    <a:pt x="6" y="554"/>
                  </a:lnTo>
                  <a:lnTo>
                    <a:pt x="0" y="524"/>
                  </a:lnTo>
                  <a:lnTo>
                    <a:pt x="0" y="520"/>
                  </a:lnTo>
                  <a:lnTo>
                    <a:pt x="4" y="487"/>
                  </a:lnTo>
                  <a:lnTo>
                    <a:pt x="16" y="446"/>
                  </a:lnTo>
                  <a:lnTo>
                    <a:pt x="51" y="370"/>
                  </a:lnTo>
                  <a:lnTo>
                    <a:pt x="94" y="299"/>
                  </a:lnTo>
                  <a:lnTo>
                    <a:pt x="147" y="235"/>
                  </a:lnTo>
                  <a:lnTo>
                    <a:pt x="204" y="176"/>
                  </a:lnTo>
                  <a:lnTo>
                    <a:pt x="270" y="125"/>
                  </a:lnTo>
                  <a:lnTo>
                    <a:pt x="341" y="82"/>
                  </a:lnTo>
                  <a:lnTo>
                    <a:pt x="415" y="47"/>
                  </a:lnTo>
                  <a:lnTo>
                    <a:pt x="497" y="21"/>
                  </a:lnTo>
                  <a:lnTo>
                    <a:pt x="581" y="6"/>
                  </a:lnTo>
                  <a:lnTo>
                    <a:pt x="667" y="0"/>
                  </a:lnTo>
                  <a:lnTo>
                    <a:pt x="759" y="6"/>
                  </a:lnTo>
                  <a:lnTo>
                    <a:pt x="847" y="23"/>
                  </a:lnTo>
                  <a:lnTo>
                    <a:pt x="932" y="53"/>
                  </a:lnTo>
                  <a:lnTo>
                    <a:pt x="1010" y="90"/>
                  </a:lnTo>
                  <a:lnTo>
                    <a:pt x="1082" y="137"/>
                  </a:lnTo>
                  <a:lnTo>
                    <a:pt x="1149" y="194"/>
                  </a:lnTo>
                  <a:lnTo>
                    <a:pt x="1208" y="256"/>
                  </a:lnTo>
                  <a:lnTo>
                    <a:pt x="1258" y="325"/>
                  </a:lnTo>
                  <a:lnTo>
                    <a:pt x="1301" y="401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FFFF66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BBF6EE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44" name="Group 13"/>
          <p:cNvGrpSpPr>
            <a:grpSpLocks/>
          </p:cNvGrpSpPr>
          <p:nvPr/>
        </p:nvGrpSpPr>
        <p:grpSpPr bwMode="auto">
          <a:xfrm>
            <a:off x="3549650" y="5065713"/>
            <a:ext cx="319088" cy="279400"/>
            <a:chOff x="2236" y="3191"/>
            <a:chExt cx="201" cy="176"/>
          </a:xfrm>
        </p:grpSpPr>
        <p:sp>
          <p:nvSpPr>
            <p:cNvPr id="45" name="Oval 14"/>
            <p:cNvSpPr>
              <a:spLocks noChangeArrowheads="1"/>
            </p:cNvSpPr>
            <p:nvPr/>
          </p:nvSpPr>
          <p:spPr bwMode="gray">
            <a:xfrm rot="-3372907">
              <a:off x="2239" y="3282"/>
              <a:ext cx="82" cy="87"/>
            </a:xfrm>
            <a:prstGeom prst="ellipse">
              <a:avLst/>
            </a:prstGeom>
            <a:gradFill rotWithShape="1">
              <a:gsLst>
                <a:gs pos="0">
                  <a:srgbClr val="33CCCC"/>
                </a:gs>
                <a:gs pos="100000">
                  <a:srgbClr val="228888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46" name="Oval 15"/>
            <p:cNvSpPr>
              <a:spLocks noChangeArrowheads="1"/>
            </p:cNvSpPr>
            <p:nvPr/>
          </p:nvSpPr>
          <p:spPr bwMode="gray">
            <a:xfrm rot="-3372907">
              <a:off x="2353" y="3188"/>
              <a:ext cx="82" cy="87"/>
            </a:xfrm>
            <a:prstGeom prst="ellipse">
              <a:avLst/>
            </a:prstGeom>
            <a:gradFill rotWithShape="1">
              <a:gsLst>
                <a:gs pos="0">
                  <a:srgbClr val="33CCCC"/>
                </a:gs>
                <a:gs pos="100000">
                  <a:srgbClr val="228888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48" name="Group 17"/>
          <p:cNvGrpSpPr>
            <a:grpSpLocks/>
          </p:cNvGrpSpPr>
          <p:nvPr/>
        </p:nvGrpSpPr>
        <p:grpSpPr bwMode="auto">
          <a:xfrm>
            <a:off x="2895600" y="5329238"/>
            <a:ext cx="685800" cy="685800"/>
            <a:chOff x="2016" y="1920"/>
            <a:chExt cx="1680" cy="1680"/>
          </a:xfrm>
        </p:grpSpPr>
        <p:sp>
          <p:nvSpPr>
            <p:cNvPr id="50" name="Oval 18"/>
            <p:cNvSpPr>
              <a:spLocks noChangeArrowheads="1"/>
            </p:cNvSpPr>
            <p:nvPr/>
          </p:nvSpPr>
          <p:spPr bwMode="gray">
            <a:xfrm>
              <a:off x="2016" y="1920"/>
              <a:ext cx="1680" cy="1680"/>
            </a:xfrm>
            <a:prstGeom prst="ellipse">
              <a:avLst/>
            </a:prstGeom>
            <a:gradFill rotWithShape="1">
              <a:gsLst>
                <a:gs pos="0">
                  <a:srgbClr val="33CCCC"/>
                </a:gs>
                <a:gs pos="100000">
                  <a:srgbClr val="0C3232"/>
                </a:gs>
              </a:gsLst>
              <a:lin ang="540000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51" name="Freeform 19"/>
            <p:cNvSpPr>
              <a:spLocks/>
            </p:cNvSpPr>
            <p:nvPr/>
          </p:nvSpPr>
          <p:spPr bwMode="gray">
            <a:xfrm>
              <a:off x="2208" y="1948"/>
              <a:ext cx="1296" cy="634"/>
            </a:xfrm>
            <a:custGeom>
              <a:avLst/>
              <a:gdLst>
                <a:gd name="T0" fmla="*/ 1276 w 1321"/>
                <a:gd name="T1" fmla="*/ 357 h 712"/>
                <a:gd name="T2" fmla="*/ 1292 w 1321"/>
                <a:gd name="T3" fmla="*/ 394 h 712"/>
                <a:gd name="T4" fmla="*/ 1296 w 1321"/>
                <a:gd name="T5" fmla="*/ 428 h 712"/>
                <a:gd name="T6" fmla="*/ 1290 w 1321"/>
                <a:gd name="T7" fmla="*/ 459 h 712"/>
                <a:gd name="T8" fmla="*/ 1273 w 1321"/>
                <a:gd name="T9" fmla="*/ 490 h 712"/>
                <a:gd name="T10" fmla="*/ 1248 w 1321"/>
                <a:gd name="T11" fmla="*/ 516 h 712"/>
                <a:gd name="T12" fmla="*/ 1216 w 1321"/>
                <a:gd name="T13" fmla="*/ 538 h 712"/>
                <a:gd name="T14" fmla="*/ 1173 w 1321"/>
                <a:gd name="T15" fmla="*/ 559 h 712"/>
                <a:gd name="T16" fmla="*/ 1125 w 1321"/>
                <a:gd name="T17" fmla="*/ 578 h 712"/>
                <a:gd name="T18" fmla="*/ 1071 w 1321"/>
                <a:gd name="T19" fmla="*/ 594 h 712"/>
                <a:gd name="T20" fmla="*/ 1011 w 1321"/>
                <a:gd name="T21" fmla="*/ 608 h 712"/>
                <a:gd name="T22" fmla="*/ 949 w 1321"/>
                <a:gd name="T23" fmla="*/ 618 h 712"/>
                <a:gd name="T24" fmla="*/ 879 w 1321"/>
                <a:gd name="T25" fmla="*/ 627 h 712"/>
                <a:gd name="T26" fmla="*/ 808 w 1321"/>
                <a:gd name="T27" fmla="*/ 632 h 712"/>
                <a:gd name="T28" fmla="*/ 780 w 1321"/>
                <a:gd name="T29" fmla="*/ 634 h 712"/>
                <a:gd name="T30" fmla="*/ 467 w 1321"/>
                <a:gd name="T31" fmla="*/ 634 h 712"/>
                <a:gd name="T32" fmla="*/ 463 w 1321"/>
                <a:gd name="T33" fmla="*/ 634 h 712"/>
                <a:gd name="T34" fmla="*/ 401 w 1321"/>
                <a:gd name="T35" fmla="*/ 630 h 712"/>
                <a:gd name="T36" fmla="*/ 341 w 1321"/>
                <a:gd name="T37" fmla="*/ 627 h 712"/>
                <a:gd name="T38" fmla="*/ 285 w 1321"/>
                <a:gd name="T39" fmla="*/ 620 h 712"/>
                <a:gd name="T40" fmla="*/ 231 w 1321"/>
                <a:gd name="T41" fmla="*/ 614 h 712"/>
                <a:gd name="T42" fmla="*/ 182 w 1321"/>
                <a:gd name="T43" fmla="*/ 603 h 712"/>
                <a:gd name="T44" fmla="*/ 138 w 1321"/>
                <a:gd name="T45" fmla="*/ 590 h 712"/>
                <a:gd name="T46" fmla="*/ 100 w 1321"/>
                <a:gd name="T47" fmla="*/ 577 h 712"/>
                <a:gd name="T48" fmla="*/ 66 w 1321"/>
                <a:gd name="T49" fmla="*/ 561 h 712"/>
                <a:gd name="T50" fmla="*/ 38 w 1321"/>
                <a:gd name="T51" fmla="*/ 541 h 712"/>
                <a:gd name="T52" fmla="*/ 18 w 1321"/>
                <a:gd name="T53" fmla="*/ 519 h 712"/>
                <a:gd name="T54" fmla="*/ 6 w 1321"/>
                <a:gd name="T55" fmla="*/ 493 h 712"/>
                <a:gd name="T56" fmla="*/ 0 w 1321"/>
                <a:gd name="T57" fmla="*/ 467 h 712"/>
                <a:gd name="T58" fmla="*/ 0 w 1321"/>
                <a:gd name="T59" fmla="*/ 463 h 712"/>
                <a:gd name="T60" fmla="*/ 4 w 1321"/>
                <a:gd name="T61" fmla="*/ 434 h 712"/>
                <a:gd name="T62" fmla="*/ 16 w 1321"/>
                <a:gd name="T63" fmla="*/ 397 h 712"/>
                <a:gd name="T64" fmla="*/ 50 w 1321"/>
                <a:gd name="T65" fmla="*/ 329 h 712"/>
                <a:gd name="T66" fmla="*/ 92 w 1321"/>
                <a:gd name="T67" fmla="*/ 266 h 712"/>
                <a:gd name="T68" fmla="*/ 144 w 1321"/>
                <a:gd name="T69" fmla="*/ 209 h 712"/>
                <a:gd name="T70" fmla="*/ 200 w 1321"/>
                <a:gd name="T71" fmla="*/ 157 h 712"/>
                <a:gd name="T72" fmla="*/ 265 w 1321"/>
                <a:gd name="T73" fmla="*/ 111 h 712"/>
                <a:gd name="T74" fmla="*/ 335 w 1321"/>
                <a:gd name="T75" fmla="*/ 73 h 712"/>
                <a:gd name="T76" fmla="*/ 407 w 1321"/>
                <a:gd name="T77" fmla="*/ 42 h 712"/>
                <a:gd name="T78" fmla="*/ 488 w 1321"/>
                <a:gd name="T79" fmla="*/ 19 h 712"/>
                <a:gd name="T80" fmla="*/ 570 w 1321"/>
                <a:gd name="T81" fmla="*/ 5 h 712"/>
                <a:gd name="T82" fmla="*/ 654 w 1321"/>
                <a:gd name="T83" fmla="*/ 0 h 712"/>
                <a:gd name="T84" fmla="*/ 654 w 1321"/>
                <a:gd name="T85" fmla="*/ 0 h 712"/>
                <a:gd name="T86" fmla="*/ 745 w 1321"/>
                <a:gd name="T87" fmla="*/ 5 h 712"/>
                <a:gd name="T88" fmla="*/ 831 w 1321"/>
                <a:gd name="T89" fmla="*/ 20 h 712"/>
                <a:gd name="T90" fmla="*/ 914 w 1321"/>
                <a:gd name="T91" fmla="*/ 47 h 712"/>
                <a:gd name="T92" fmla="*/ 991 w 1321"/>
                <a:gd name="T93" fmla="*/ 80 h 712"/>
                <a:gd name="T94" fmla="*/ 1062 w 1321"/>
                <a:gd name="T95" fmla="*/ 122 h 712"/>
                <a:gd name="T96" fmla="*/ 1127 w 1321"/>
                <a:gd name="T97" fmla="*/ 173 h 712"/>
                <a:gd name="T98" fmla="*/ 1185 w 1321"/>
                <a:gd name="T99" fmla="*/ 228 h 712"/>
                <a:gd name="T100" fmla="*/ 1234 w 1321"/>
                <a:gd name="T101" fmla="*/ 289 h 712"/>
                <a:gd name="T102" fmla="*/ 1276 w 1321"/>
                <a:gd name="T103" fmla="*/ 357 h 712"/>
                <a:gd name="T104" fmla="*/ 1276 w 1321"/>
                <a:gd name="T105" fmla="*/ 357 h 712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1321" h="712">
                  <a:moveTo>
                    <a:pt x="1301" y="401"/>
                  </a:moveTo>
                  <a:lnTo>
                    <a:pt x="1317" y="442"/>
                  </a:lnTo>
                  <a:lnTo>
                    <a:pt x="1321" y="481"/>
                  </a:lnTo>
                  <a:lnTo>
                    <a:pt x="1315" y="516"/>
                  </a:lnTo>
                  <a:lnTo>
                    <a:pt x="1298" y="550"/>
                  </a:lnTo>
                  <a:lnTo>
                    <a:pt x="1272" y="579"/>
                  </a:lnTo>
                  <a:lnTo>
                    <a:pt x="1239" y="604"/>
                  </a:lnTo>
                  <a:lnTo>
                    <a:pt x="1196" y="628"/>
                  </a:lnTo>
                  <a:lnTo>
                    <a:pt x="1147" y="649"/>
                  </a:lnTo>
                  <a:lnTo>
                    <a:pt x="1092" y="667"/>
                  </a:lnTo>
                  <a:lnTo>
                    <a:pt x="1031" y="683"/>
                  </a:lnTo>
                  <a:lnTo>
                    <a:pt x="967" y="694"/>
                  </a:lnTo>
                  <a:lnTo>
                    <a:pt x="896" y="704"/>
                  </a:lnTo>
                  <a:lnTo>
                    <a:pt x="824" y="710"/>
                  </a:lnTo>
                  <a:lnTo>
                    <a:pt x="795" y="712"/>
                  </a:lnTo>
                  <a:lnTo>
                    <a:pt x="476" y="712"/>
                  </a:lnTo>
                  <a:lnTo>
                    <a:pt x="472" y="712"/>
                  </a:lnTo>
                  <a:lnTo>
                    <a:pt x="409" y="708"/>
                  </a:lnTo>
                  <a:lnTo>
                    <a:pt x="348" y="704"/>
                  </a:lnTo>
                  <a:lnTo>
                    <a:pt x="290" y="696"/>
                  </a:lnTo>
                  <a:lnTo>
                    <a:pt x="235" y="689"/>
                  </a:lnTo>
                  <a:lnTo>
                    <a:pt x="186" y="677"/>
                  </a:lnTo>
                  <a:lnTo>
                    <a:pt x="141" y="663"/>
                  </a:lnTo>
                  <a:lnTo>
                    <a:pt x="102" y="648"/>
                  </a:lnTo>
                  <a:lnTo>
                    <a:pt x="67" y="630"/>
                  </a:lnTo>
                  <a:lnTo>
                    <a:pt x="39" y="608"/>
                  </a:lnTo>
                  <a:lnTo>
                    <a:pt x="18" y="583"/>
                  </a:lnTo>
                  <a:lnTo>
                    <a:pt x="6" y="554"/>
                  </a:lnTo>
                  <a:lnTo>
                    <a:pt x="0" y="524"/>
                  </a:lnTo>
                  <a:lnTo>
                    <a:pt x="0" y="520"/>
                  </a:lnTo>
                  <a:lnTo>
                    <a:pt x="4" y="487"/>
                  </a:lnTo>
                  <a:lnTo>
                    <a:pt x="16" y="446"/>
                  </a:lnTo>
                  <a:lnTo>
                    <a:pt x="51" y="370"/>
                  </a:lnTo>
                  <a:lnTo>
                    <a:pt x="94" y="299"/>
                  </a:lnTo>
                  <a:lnTo>
                    <a:pt x="147" y="235"/>
                  </a:lnTo>
                  <a:lnTo>
                    <a:pt x="204" y="176"/>
                  </a:lnTo>
                  <a:lnTo>
                    <a:pt x="270" y="125"/>
                  </a:lnTo>
                  <a:lnTo>
                    <a:pt x="341" y="82"/>
                  </a:lnTo>
                  <a:lnTo>
                    <a:pt x="415" y="47"/>
                  </a:lnTo>
                  <a:lnTo>
                    <a:pt x="497" y="21"/>
                  </a:lnTo>
                  <a:lnTo>
                    <a:pt x="581" y="6"/>
                  </a:lnTo>
                  <a:lnTo>
                    <a:pt x="667" y="0"/>
                  </a:lnTo>
                  <a:lnTo>
                    <a:pt x="759" y="6"/>
                  </a:lnTo>
                  <a:lnTo>
                    <a:pt x="847" y="23"/>
                  </a:lnTo>
                  <a:lnTo>
                    <a:pt x="932" y="53"/>
                  </a:lnTo>
                  <a:lnTo>
                    <a:pt x="1010" y="90"/>
                  </a:lnTo>
                  <a:lnTo>
                    <a:pt x="1082" y="137"/>
                  </a:lnTo>
                  <a:lnTo>
                    <a:pt x="1149" y="194"/>
                  </a:lnTo>
                  <a:lnTo>
                    <a:pt x="1208" y="256"/>
                  </a:lnTo>
                  <a:lnTo>
                    <a:pt x="1258" y="325"/>
                  </a:lnTo>
                  <a:lnTo>
                    <a:pt x="1301" y="401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33CCCC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BBF6EE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53" name="Group 22"/>
          <p:cNvGrpSpPr>
            <a:grpSpLocks/>
          </p:cNvGrpSpPr>
          <p:nvPr/>
        </p:nvGrpSpPr>
        <p:grpSpPr bwMode="auto">
          <a:xfrm>
            <a:off x="6251575" y="3124200"/>
            <a:ext cx="682625" cy="693738"/>
            <a:chOff x="2016" y="1920"/>
            <a:chExt cx="1680" cy="1680"/>
          </a:xfrm>
        </p:grpSpPr>
        <p:sp>
          <p:nvSpPr>
            <p:cNvPr id="55" name="Oval 23"/>
            <p:cNvSpPr>
              <a:spLocks noChangeArrowheads="1"/>
            </p:cNvSpPr>
            <p:nvPr/>
          </p:nvSpPr>
          <p:spPr bwMode="gray">
            <a:xfrm>
              <a:off x="2016" y="1920"/>
              <a:ext cx="1680" cy="1680"/>
            </a:xfrm>
            <a:prstGeom prst="ellipse">
              <a:avLst/>
            </a:prstGeom>
            <a:gradFill rotWithShape="1">
              <a:gsLst>
                <a:gs pos="0">
                  <a:srgbClr val="4996E3"/>
                </a:gs>
                <a:gs pos="100000">
                  <a:srgbClr val="214467"/>
                </a:gs>
              </a:gsLst>
              <a:lin ang="540000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56" name="Freeform 24"/>
            <p:cNvSpPr>
              <a:spLocks/>
            </p:cNvSpPr>
            <p:nvPr/>
          </p:nvSpPr>
          <p:spPr bwMode="gray">
            <a:xfrm>
              <a:off x="2208" y="1948"/>
              <a:ext cx="1296" cy="634"/>
            </a:xfrm>
            <a:custGeom>
              <a:avLst/>
              <a:gdLst>
                <a:gd name="T0" fmla="*/ 1276 w 1321"/>
                <a:gd name="T1" fmla="*/ 357 h 712"/>
                <a:gd name="T2" fmla="*/ 1292 w 1321"/>
                <a:gd name="T3" fmla="*/ 394 h 712"/>
                <a:gd name="T4" fmla="*/ 1296 w 1321"/>
                <a:gd name="T5" fmla="*/ 428 h 712"/>
                <a:gd name="T6" fmla="*/ 1290 w 1321"/>
                <a:gd name="T7" fmla="*/ 459 h 712"/>
                <a:gd name="T8" fmla="*/ 1273 w 1321"/>
                <a:gd name="T9" fmla="*/ 490 h 712"/>
                <a:gd name="T10" fmla="*/ 1248 w 1321"/>
                <a:gd name="T11" fmla="*/ 516 h 712"/>
                <a:gd name="T12" fmla="*/ 1216 w 1321"/>
                <a:gd name="T13" fmla="*/ 538 h 712"/>
                <a:gd name="T14" fmla="*/ 1173 w 1321"/>
                <a:gd name="T15" fmla="*/ 559 h 712"/>
                <a:gd name="T16" fmla="*/ 1125 w 1321"/>
                <a:gd name="T17" fmla="*/ 578 h 712"/>
                <a:gd name="T18" fmla="*/ 1071 w 1321"/>
                <a:gd name="T19" fmla="*/ 594 h 712"/>
                <a:gd name="T20" fmla="*/ 1011 w 1321"/>
                <a:gd name="T21" fmla="*/ 608 h 712"/>
                <a:gd name="T22" fmla="*/ 949 w 1321"/>
                <a:gd name="T23" fmla="*/ 618 h 712"/>
                <a:gd name="T24" fmla="*/ 879 w 1321"/>
                <a:gd name="T25" fmla="*/ 627 h 712"/>
                <a:gd name="T26" fmla="*/ 808 w 1321"/>
                <a:gd name="T27" fmla="*/ 632 h 712"/>
                <a:gd name="T28" fmla="*/ 780 w 1321"/>
                <a:gd name="T29" fmla="*/ 634 h 712"/>
                <a:gd name="T30" fmla="*/ 467 w 1321"/>
                <a:gd name="T31" fmla="*/ 634 h 712"/>
                <a:gd name="T32" fmla="*/ 463 w 1321"/>
                <a:gd name="T33" fmla="*/ 634 h 712"/>
                <a:gd name="T34" fmla="*/ 401 w 1321"/>
                <a:gd name="T35" fmla="*/ 630 h 712"/>
                <a:gd name="T36" fmla="*/ 341 w 1321"/>
                <a:gd name="T37" fmla="*/ 627 h 712"/>
                <a:gd name="T38" fmla="*/ 285 w 1321"/>
                <a:gd name="T39" fmla="*/ 620 h 712"/>
                <a:gd name="T40" fmla="*/ 231 w 1321"/>
                <a:gd name="T41" fmla="*/ 614 h 712"/>
                <a:gd name="T42" fmla="*/ 182 w 1321"/>
                <a:gd name="T43" fmla="*/ 603 h 712"/>
                <a:gd name="T44" fmla="*/ 138 w 1321"/>
                <a:gd name="T45" fmla="*/ 590 h 712"/>
                <a:gd name="T46" fmla="*/ 100 w 1321"/>
                <a:gd name="T47" fmla="*/ 577 h 712"/>
                <a:gd name="T48" fmla="*/ 66 w 1321"/>
                <a:gd name="T49" fmla="*/ 561 h 712"/>
                <a:gd name="T50" fmla="*/ 38 w 1321"/>
                <a:gd name="T51" fmla="*/ 541 h 712"/>
                <a:gd name="T52" fmla="*/ 18 w 1321"/>
                <a:gd name="T53" fmla="*/ 519 h 712"/>
                <a:gd name="T54" fmla="*/ 6 w 1321"/>
                <a:gd name="T55" fmla="*/ 493 h 712"/>
                <a:gd name="T56" fmla="*/ 0 w 1321"/>
                <a:gd name="T57" fmla="*/ 467 h 712"/>
                <a:gd name="T58" fmla="*/ 0 w 1321"/>
                <a:gd name="T59" fmla="*/ 463 h 712"/>
                <a:gd name="T60" fmla="*/ 4 w 1321"/>
                <a:gd name="T61" fmla="*/ 434 h 712"/>
                <a:gd name="T62" fmla="*/ 16 w 1321"/>
                <a:gd name="T63" fmla="*/ 397 h 712"/>
                <a:gd name="T64" fmla="*/ 50 w 1321"/>
                <a:gd name="T65" fmla="*/ 329 h 712"/>
                <a:gd name="T66" fmla="*/ 92 w 1321"/>
                <a:gd name="T67" fmla="*/ 266 h 712"/>
                <a:gd name="T68" fmla="*/ 144 w 1321"/>
                <a:gd name="T69" fmla="*/ 209 h 712"/>
                <a:gd name="T70" fmla="*/ 200 w 1321"/>
                <a:gd name="T71" fmla="*/ 157 h 712"/>
                <a:gd name="T72" fmla="*/ 265 w 1321"/>
                <a:gd name="T73" fmla="*/ 111 h 712"/>
                <a:gd name="T74" fmla="*/ 335 w 1321"/>
                <a:gd name="T75" fmla="*/ 73 h 712"/>
                <a:gd name="T76" fmla="*/ 407 w 1321"/>
                <a:gd name="T77" fmla="*/ 42 h 712"/>
                <a:gd name="T78" fmla="*/ 488 w 1321"/>
                <a:gd name="T79" fmla="*/ 19 h 712"/>
                <a:gd name="T80" fmla="*/ 570 w 1321"/>
                <a:gd name="T81" fmla="*/ 5 h 712"/>
                <a:gd name="T82" fmla="*/ 654 w 1321"/>
                <a:gd name="T83" fmla="*/ 0 h 712"/>
                <a:gd name="T84" fmla="*/ 654 w 1321"/>
                <a:gd name="T85" fmla="*/ 0 h 712"/>
                <a:gd name="T86" fmla="*/ 745 w 1321"/>
                <a:gd name="T87" fmla="*/ 5 h 712"/>
                <a:gd name="T88" fmla="*/ 831 w 1321"/>
                <a:gd name="T89" fmla="*/ 20 h 712"/>
                <a:gd name="T90" fmla="*/ 914 w 1321"/>
                <a:gd name="T91" fmla="*/ 47 h 712"/>
                <a:gd name="T92" fmla="*/ 991 w 1321"/>
                <a:gd name="T93" fmla="*/ 80 h 712"/>
                <a:gd name="T94" fmla="*/ 1062 w 1321"/>
                <a:gd name="T95" fmla="*/ 122 h 712"/>
                <a:gd name="T96" fmla="*/ 1127 w 1321"/>
                <a:gd name="T97" fmla="*/ 173 h 712"/>
                <a:gd name="T98" fmla="*/ 1185 w 1321"/>
                <a:gd name="T99" fmla="*/ 228 h 712"/>
                <a:gd name="T100" fmla="*/ 1234 w 1321"/>
                <a:gd name="T101" fmla="*/ 289 h 712"/>
                <a:gd name="T102" fmla="*/ 1276 w 1321"/>
                <a:gd name="T103" fmla="*/ 357 h 712"/>
                <a:gd name="T104" fmla="*/ 1276 w 1321"/>
                <a:gd name="T105" fmla="*/ 357 h 712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1321" h="712">
                  <a:moveTo>
                    <a:pt x="1301" y="401"/>
                  </a:moveTo>
                  <a:lnTo>
                    <a:pt x="1317" y="442"/>
                  </a:lnTo>
                  <a:lnTo>
                    <a:pt x="1321" y="481"/>
                  </a:lnTo>
                  <a:lnTo>
                    <a:pt x="1315" y="516"/>
                  </a:lnTo>
                  <a:lnTo>
                    <a:pt x="1298" y="550"/>
                  </a:lnTo>
                  <a:lnTo>
                    <a:pt x="1272" y="579"/>
                  </a:lnTo>
                  <a:lnTo>
                    <a:pt x="1239" y="604"/>
                  </a:lnTo>
                  <a:lnTo>
                    <a:pt x="1196" y="628"/>
                  </a:lnTo>
                  <a:lnTo>
                    <a:pt x="1147" y="649"/>
                  </a:lnTo>
                  <a:lnTo>
                    <a:pt x="1092" y="667"/>
                  </a:lnTo>
                  <a:lnTo>
                    <a:pt x="1031" y="683"/>
                  </a:lnTo>
                  <a:lnTo>
                    <a:pt x="967" y="694"/>
                  </a:lnTo>
                  <a:lnTo>
                    <a:pt x="896" y="704"/>
                  </a:lnTo>
                  <a:lnTo>
                    <a:pt x="824" y="710"/>
                  </a:lnTo>
                  <a:lnTo>
                    <a:pt x="795" y="712"/>
                  </a:lnTo>
                  <a:lnTo>
                    <a:pt x="476" y="712"/>
                  </a:lnTo>
                  <a:lnTo>
                    <a:pt x="472" y="712"/>
                  </a:lnTo>
                  <a:lnTo>
                    <a:pt x="409" y="708"/>
                  </a:lnTo>
                  <a:lnTo>
                    <a:pt x="348" y="704"/>
                  </a:lnTo>
                  <a:lnTo>
                    <a:pt x="290" y="696"/>
                  </a:lnTo>
                  <a:lnTo>
                    <a:pt x="235" y="689"/>
                  </a:lnTo>
                  <a:lnTo>
                    <a:pt x="186" y="677"/>
                  </a:lnTo>
                  <a:lnTo>
                    <a:pt x="141" y="663"/>
                  </a:lnTo>
                  <a:lnTo>
                    <a:pt x="102" y="648"/>
                  </a:lnTo>
                  <a:lnTo>
                    <a:pt x="67" y="630"/>
                  </a:lnTo>
                  <a:lnTo>
                    <a:pt x="39" y="608"/>
                  </a:lnTo>
                  <a:lnTo>
                    <a:pt x="18" y="583"/>
                  </a:lnTo>
                  <a:lnTo>
                    <a:pt x="6" y="554"/>
                  </a:lnTo>
                  <a:lnTo>
                    <a:pt x="0" y="524"/>
                  </a:lnTo>
                  <a:lnTo>
                    <a:pt x="0" y="520"/>
                  </a:lnTo>
                  <a:lnTo>
                    <a:pt x="4" y="487"/>
                  </a:lnTo>
                  <a:lnTo>
                    <a:pt x="16" y="446"/>
                  </a:lnTo>
                  <a:lnTo>
                    <a:pt x="51" y="370"/>
                  </a:lnTo>
                  <a:lnTo>
                    <a:pt x="94" y="299"/>
                  </a:lnTo>
                  <a:lnTo>
                    <a:pt x="147" y="235"/>
                  </a:lnTo>
                  <a:lnTo>
                    <a:pt x="204" y="176"/>
                  </a:lnTo>
                  <a:lnTo>
                    <a:pt x="270" y="125"/>
                  </a:lnTo>
                  <a:lnTo>
                    <a:pt x="341" y="82"/>
                  </a:lnTo>
                  <a:lnTo>
                    <a:pt x="415" y="47"/>
                  </a:lnTo>
                  <a:lnTo>
                    <a:pt x="497" y="21"/>
                  </a:lnTo>
                  <a:lnTo>
                    <a:pt x="581" y="6"/>
                  </a:lnTo>
                  <a:lnTo>
                    <a:pt x="667" y="0"/>
                  </a:lnTo>
                  <a:lnTo>
                    <a:pt x="759" y="6"/>
                  </a:lnTo>
                  <a:lnTo>
                    <a:pt x="847" y="23"/>
                  </a:lnTo>
                  <a:lnTo>
                    <a:pt x="932" y="53"/>
                  </a:lnTo>
                  <a:lnTo>
                    <a:pt x="1010" y="90"/>
                  </a:lnTo>
                  <a:lnTo>
                    <a:pt x="1082" y="137"/>
                  </a:lnTo>
                  <a:lnTo>
                    <a:pt x="1149" y="194"/>
                  </a:lnTo>
                  <a:lnTo>
                    <a:pt x="1208" y="256"/>
                  </a:lnTo>
                  <a:lnTo>
                    <a:pt x="1258" y="325"/>
                  </a:lnTo>
                  <a:lnTo>
                    <a:pt x="1301" y="401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66A7E8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BBF6EE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58" name="Group 27"/>
          <p:cNvGrpSpPr>
            <a:grpSpLocks/>
          </p:cNvGrpSpPr>
          <p:nvPr/>
        </p:nvGrpSpPr>
        <p:grpSpPr bwMode="auto">
          <a:xfrm>
            <a:off x="5638800" y="5334000"/>
            <a:ext cx="654050" cy="622300"/>
            <a:chOff x="2016" y="1920"/>
            <a:chExt cx="1680" cy="1680"/>
          </a:xfrm>
        </p:grpSpPr>
        <p:sp>
          <p:nvSpPr>
            <p:cNvPr id="60" name="Oval 28"/>
            <p:cNvSpPr>
              <a:spLocks noChangeArrowheads="1"/>
            </p:cNvSpPr>
            <p:nvPr/>
          </p:nvSpPr>
          <p:spPr bwMode="gray">
            <a:xfrm>
              <a:off x="2016" y="1920"/>
              <a:ext cx="1680" cy="1680"/>
            </a:xfrm>
            <a:prstGeom prst="ellipse">
              <a:avLst/>
            </a:prstGeom>
            <a:gradFill rotWithShape="1">
              <a:gsLst>
                <a:gs pos="0">
                  <a:srgbClr val="FF3399"/>
                </a:gs>
                <a:gs pos="100000">
                  <a:srgbClr val="741746"/>
                </a:gs>
              </a:gsLst>
              <a:lin ang="540000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61" name="Freeform 29"/>
            <p:cNvSpPr>
              <a:spLocks/>
            </p:cNvSpPr>
            <p:nvPr/>
          </p:nvSpPr>
          <p:spPr bwMode="gray">
            <a:xfrm>
              <a:off x="2208" y="1948"/>
              <a:ext cx="1296" cy="634"/>
            </a:xfrm>
            <a:custGeom>
              <a:avLst/>
              <a:gdLst>
                <a:gd name="T0" fmla="*/ 1276 w 1321"/>
                <a:gd name="T1" fmla="*/ 357 h 712"/>
                <a:gd name="T2" fmla="*/ 1292 w 1321"/>
                <a:gd name="T3" fmla="*/ 394 h 712"/>
                <a:gd name="T4" fmla="*/ 1296 w 1321"/>
                <a:gd name="T5" fmla="*/ 428 h 712"/>
                <a:gd name="T6" fmla="*/ 1290 w 1321"/>
                <a:gd name="T7" fmla="*/ 459 h 712"/>
                <a:gd name="T8" fmla="*/ 1273 w 1321"/>
                <a:gd name="T9" fmla="*/ 490 h 712"/>
                <a:gd name="T10" fmla="*/ 1248 w 1321"/>
                <a:gd name="T11" fmla="*/ 516 h 712"/>
                <a:gd name="T12" fmla="*/ 1216 w 1321"/>
                <a:gd name="T13" fmla="*/ 538 h 712"/>
                <a:gd name="T14" fmla="*/ 1173 w 1321"/>
                <a:gd name="T15" fmla="*/ 559 h 712"/>
                <a:gd name="T16" fmla="*/ 1125 w 1321"/>
                <a:gd name="T17" fmla="*/ 578 h 712"/>
                <a:gd name="T18" fmla="*/ 1071 w 1321"/>
                <a:gd name="T19" fmla="*/ 594 h 712"/>
                <a:gd name="T20" fmla="*/ 1011 w 1321"/>
                <a:gd name="T21" fmla="*/ 608 h 712"/>
                <a:gd name="T22" fmla="*/ 949 w 1321"/>
                <a:gd name="T23" fmla="*/ 618 h 712"/>
                <a:gd name="T24" fmla="*/ 879 w 1321"/>
                <a:gd name="T25" fmla="*/ 627 h 712"/>
                <a:gd name="T26" fmla="*/ 808 w 1321"/>
                <a:gd name="T27" fmla="*/ 632 h 712"/>
                <a:gd name="T28" fmla="*/ 780 w 1321"/>
                <a:gd name="T29" fmla="*/ 634 h 712"/>
                <a:gd name="T30" fmla="*/ 467 w 1321"/>
                <a:gd name="T31" fmla="*/ 634 h 712"/>
                <a:gd name="T32" fmla="*/ 463 w 1321"/>
                <a:gd name="T33" fmla="*/ 634 h 712"/>
                <a:gd name="T34" fmla="*/ 401 w 1321"/>
                <a:gd name="T35" fmla="*/ 630 h 712"/>
                <a:gd name="T36" fmla="*/ 341 w 1321"/>
                <a:gd name="T37" fmla="*/ 627 h 712"/>
                <a:gd name="T38" fmla="*/ 285 w 1321"/>
                <a:gd name="T39" fmla="*/ 620 h 712"/>
                <a:gd name="T40" fmla="*/ 231 w 1321"/>
                <a:gd name="T41" fmla="*/ 614 h 712"/>
                <a:gd name="T42" fmla="*/ 182 w 1321"/>
                <a:gd name="T43" fmla="*/ 603 h 712"/>
                <a:gd name="T44" fmla="*/ 138 w 1321"/>
                <a:gd name="T45" fmla="*/ 590 h 712"/>
                <a:gd name="T46" fmla="*/ 100 w 1321"/>
                <a:gd name="T47" fmla="*/ 577 h 712"/>
                <a:gd name="T48" fmla="*/ 66 w 1321"/>
                <a:gd name="T49" fmla="*/ 561 h 712"/>
                <a:gd name="T50" fmla="*/ 38 w 1321"/>
                <a:gd name="T51" fmla="*/ 541 h 712"/>
                <a:gd name="T52" fmla="*/ 18 w 1321"/>
                <a:gd name="T53" fmla="*/ 519 h 712"/>
                <a:gd name="T54" fmla="*/ 6 w 1321"/>
                <a:gd name="T55" fmla="*/ 493 h 712"/>
                <a:gd name="T56" fmla="*/ 0 w 1321"/>
                <a:gd name="T57" fmla="*/ 467 h 712"/>
                <a:gd name="T58" fmla="*/ 0 w 1321"/>
                <a:gd name="T59" fmla="*/ 463 h 712"/>
                <a:gd name="T60" fmla="*/ 4 w 1321"/>
                <a:gd name="T61" fmla="*/ 434 h 712"/>
                <a:gd name="T62" fmla="*/ 16 w 1321"/>
                <a:gd name="T63" fmla="*/ 397 h 712"/>
                <a:gd name="T64" fmla="*/ 50 w 1321"/>
                <a:gd name="T65" fmla="*/ 329 h 712"/>
                <a:gd name="T66" fmla="*/ 92 w 1321"/>
                <a:gd name="T67" fmla="*/ 266 h 712"/>
                <a:gd name="T68" fmla="*/ 144 w 1321"/>
                <a:gd name="T69" fmla="*/ 209 h 712"/>
                <a:gd name="T70" fmla="*/ 200 w 1321"/>
                <a:gd name="T71" fmla="*/ 157 h 712"/>
                <a:gd name="T72" fmla="*/ 265 w 1321"/>
                <a:gd name="T73" fmla="*/ 111 h 712"/>
                <a:gd name="T74" fmla="*/ 335 w 1321"/>
                <a:gd name="T75" fmla="*/ 73 h 712"/>
                <a:gd name="T76" fmla="*/ 407 w 1321"/>
                <a:gd name="T77" fmla="*/ 42 h 712"/>
                <a:gd name="T78" fmla="*/ 488 w 1321"/>
                <a:gd name="T79" fmla="*/ 19 h 712"/>
                <a:gd name="T80" fmla="*/ 570 w 1321"/>
                <a:gd name="T81" fmla="*/ 5 h 712"/>
                <a:gd name="T82" fmla="*/ 654 w 1321"/>
                <a:gd name="T83" fmla="*/ 0 h 712"/>
                <a:gd name="T84" fmla="*/ 654 w 1321"/>
                <a:gd name="T85" fmla="*/ 0 h 712"/>
                <a:gd name="T86" fmla="*/ 745 w 1321"/>
                <a:gd name="T87" fmla="*/ 5 h 712"/>
                <a:gd name="T88" fmla="*/ 831 w 1321"/>
                <a:gd name="T89" fmla="*/ 20 h 712"/>
                <a:gd name="T90" fmla="*/ 914 w 1321"/>
                <a:gd name="T91" fmla="*/ 47 h 712"/>
                <a:gd name="T92" fmla="*/ 991 w 1321"/>
                <a:gd name="T93" fmla="*/ 80 h 712"/>
                <a:gd name="T94" fmla="*/ 1062 w 1321"/>
                <a:gd name="T95" fmla="*/ 122 h 712"/>
                <a:gd name="T96" fmla="*/ 1127 w 1321"/>
                <a:gd name="T97" fmla="*/ 173 h 712"/>
                <a:gd name="T98" fmla="*/ 1185 w 1321"/>
                <a:gd name="T99" fmla="*/ 228 h 712"/>
                <a:gd name="T100" fmla="*/ 1234 w 1321"/>
                <a:gd name="T101" fmla="*/ 289 h 712"/>
                <a:gd name="T102" fmla="*/ 1276 w 1321"/>
                <a:gd name="T103" fmla="*/ 357 h 712"/>
                <a:gd name="T104" fmla="*/ 1276 w 1321"/>
                <a:gd name="T105" fmla="*/ 357 h 712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1321" h="712">
                  <a:moveTo>
                    <a:pt x="1301" y="401"/>
                  </a:moveTo>
                  <a:lnTo>
                    <a:pt x="1317" y="442"/>
                  </a:lnTo>
                  <a:lnTo>
                    <a:pt x="1321" y="481"/>
                  </a:lnTo>
                  <a:lnTo>
                    <a:pt x="1315" y="516"/>
                  </a:lnTo>
                  <a:lnTo>
                    <a:pt x="1298" y="550"/>
                  </a:lnTo>
                  <a:lnTo>
                    <a:pt x="1272" y="579"/>
                  </a:lnTo>
                  <a:lnTo>
                    <a:pt x="1239" y="604"/>
                  </a:lnTo>
                  <a:lnTo>
                    <a:pt x="1196" y="628"/>
                  </a:lnTo>
                  <a:lnTo>
                    <a:pt x="1147" y="649"/>
                  </a:lnTo>
                  <a:lnTo>
                    <a:pt x="1092" y="667"/>
                  </a:lnTo>
                  <a:lnTo>
                    <a:pt x="1031" y="683"/>
                  </a:lnTo>
                  <a:lnTo>
                    <a:pt x="967" y="694"/>
                  </a:lnTo>
                  <a:lnTo>
                    <a:pt x="896" y="704"/>
                  </a:lnTo>
                  <a:lnTo>
                    <a:pt x="824" y="710"/>
                  </a:lnTo>
                  <a:lnTo>
                    <a:pt x="795" y="712"/>
                  </a:lnTo>
                  <a:lnTo>
                    <a:pt x="476" y="712"/>
                  </a:lnTo>
                  <a:lnTo>
                    <a:pt x="472" y="712"/>
                  </a:lnTo>
                  <a:lnTo>
                    <a:pt x="409" y="708"/>
                  </a:lnTo>
                  <a:lnTo>
                    <a:pt x="348" y="704"/>
                  </a:lnTo>
                  <a:lnTo>
                    <a:pt x="290" y="696"/>
                  </a:lnTo>
                  <a:lnTo>
                    <a:pt x="235" y="689"/>
                  </a:lnTo>
                  <a:lnTo>
                    <a:pt x="186" y="677"/>
                  </a:lnTo>
                  <a:lnTo>
                    <a:pt x="141" y="663"/>
                  </a:lnTo>
                  <a:lnTo>
                    <a:pt x="102" y="648"/>
                  </a:lnTo>
                  <a:lnTo>
                    <a:pt x="67" y="630"/>
                  </a:lnTo>
                  <a:lnTo>
                    <a:pt x="39" y="608"/>
                  </a:lnTo>
                  <a:lnTo>
                    <a:pt x="18" y="583"/>
                  </a:lnTo>
                  <a:lnTo>
                    <a:pt x="6" y="554"/>
                  </a:lnTo>
                  <a:lnTo>
                    <a:pt x="0" y="524"/>
                  </a:lnTo>
                  <a:lnTo>
                    <a:pt x="0" y="520"/>
                  </a:lnTo>
                  <a:lnTo>
                    <a:pt x="4" y="487"/>
                  </a:lnTo>
                  <a:lnTo>
                    <a:pt x="16" y="446"/>
                  </a:lnTo>
                  <a:lnTo>
                    <a:pt x="51" y="370"/>
                  </a:lnTo>
                  <a:lnTo>
                    <a:pt x="94" y="299"/>
                  </a:lnTo>
                  <a:lnTo>
                    <a:pt x="147" y="235"/>
                  </a:lnTo>
                  <a:lnTo>
                    <a:pt x="204" y="176"/>
                  </a:lnTo>
                  <a:lnTo>
                    <a:pt x="270" y="125"/>
                  </a:lnTo>
                  <a:lnTo>
                    <a:pt x="341" y="82"/>
                  </a:lnTo>
                  <a:lnTo>
                    <a:pt x="415" y="47"/>
                  </a:lnTo>
                  <a:lnTo>
                    <a:pt x="497" y="21"/>
                  </a:lnTo>
                  <a:lnTo>
                    <a:pt x="581" y="6"/>
                  </a:lnTo>
                  <a:lnTo>
                    <a:pt x="667" y="0"/>
                  </a:lnTo>
                  <a:lnTo>
                    <a:pt x="759" y="6"/>
                  </a:lnTo>
                  <a:lnTo>
                    <a:pt x="847" y="23"/>
                  </a:lnTo>
                  <a:lnTo>
                    <a:pt x="932" y="53"/>
                  </a:lnTo>
                  <a:lnTo>
                    <a:pt x="1010" y="90"/>
                  </a:lnTo>
                  <a:lnTo>
                    <a:pt x="1082" y="137"/>
                  </a:lnTo>
                  <a:lnTo>
                    <a:pt x="1149" y="194"/>
                  </a:lnTo>
                  <a:lnTo>
                    <a:pt x="1208" y="256"/>
                  </a:lnTo>
                  <a:lnTo>
                    <a:pt x="1258" y="325"/>
                  </a:lnTo>
                  <a:lnTo>
                    <a:pt x="1301" y="401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FF3399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BBF6EE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63" name="Group 32"/>
          <p:cNvGrpSpPr>
            <a:grpSpLocks/>
          </p:cNvGrpSpPr>
          <p:nvPr/>
        </p:nvGrpSpPr>
        <p:grpSpPr bwMode="auto">
          <a:xfrm>
            <a:off x="2362200" y="3124200"/>
            <a:ext cx="685800" cy="685800"/>
            <a:chOff x="2016" y="1920"/>
            <a:chExt cx="1680" cy="1680"/>
          </a:xfrm>
        </p:grpSpPr>
        <p:sp>
          <p:nvSpPr>
            <p:cNvPr id="65" name="Oval 33"/>
            <p:cNvSpPr>
              <a:spLocks noChangeArrowheads="1"/>
            </p:cNvSpPr>
            <p:nvPr/>
          </p:nvSpPr>
          <p:spPr bwMode="gray">
            <a:xfrm>
              <a:off x="2016" y="1920"/>
              <a:ext cx="1680" cy="1680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shade val="45490"/>
                    <a:invGamma/>
                  </a:schemeClr>
                </a:gs>
              </a:gsLst>
              <a:lin ang="540000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66" name="Freeform 34"/>
            <p:cNvSpPr>
              <a:spLocks/>
            </p:cNvSpPr>
            <p:nvPr/>
          </p:nvSpPr>
          <p:spPr bwMode="gray">
            <a:xfrm>
              <a:off x="2208" y="1948"/>
              <a:ext cx="1296" cy="634"/>
            </a:xfrm>
            <a:custGeom>
              <a:avLst/>
              <a:gdLst>
                <a:gd name="T0" fmla="*/ 1276 w 1321"/>
                <a:gd name="T1" fmla="*/ 357 h 712"/>
                <a:gd name="T2" fmla="*/ 1292 w 1321"/>
                <a:gd name="T3" fmla="*/ 394 h 712"/>
                <a:gd name="T4" fmla="*/ 1296 w 1321"/>
                <a:gd name="T5" fmla="*/ 428 h 712"/>
                <a:gd name="T6" fmla="*/ 1290 w 1321"/>
                <a:gd name="T7" fmla="*/ 459 h 712"/>
                <a:gd name="T8" fmla="*/ 1273 w 1321"/>
                <a:gd name="T9" fmla="*/ 490 h 712"/>
                <a:gd name="T10" fmla="*/ 1248 w 1321"/>
                <a:gd name="T11" fmla="*/ 516 h 712"/>
                <a:gd name="T12" fmla="*/ 1216 w 1321"/>
                <a:gd name="T13" fmla="*/ 538 h 712"/>
                <a:gd name="T14" fmla="*/ 1173 w 1321"/>
                <a:gd name="T15" fmla="*/ 559 h 712"/>
                <a:gd name="T16" fmla="*/ 1125 w 1321"/>
                <a:gd name="T17" fmla="*/ 578 h 712"/>
                <a:gd name="T18" fmla="*/ 1071 w 1321"/>
                <a:gd name="T19" fmla="*/ 594 h 712"/>
                <a:gd name="T20" fmla="*/ 1011 w 1321"/>
                <a:gd name="T21" fmla="*/ 608 h 712"/>
                <a:gd name="T22" fmla="*/ 949 w 1321"/>
                <a:gd name="T23" fmla="*/ 618 h 712"/>
                <a:gd name="T24" fmla="*/ 879 w 1321"/>
                <a:gd name="T25" fmla="*/ 627 h 712"/>
                <a:gd name="T26" fmla="*/ 808 w 1321"/>
                <a:gd name="T27" fmla="*/ 632 h 712"/>
                <a:gd name="T28" fmla="*/ 780 w 1321"/>
                <a:gd name="T29" fmla="*/ 634 h 712"/>
                <a:gd name="T30" fmla="*/ 467 w 1321"/>
                <a:gd name="T31" fmla="*/ 634 h 712"/>
                <a:gd name="T32" fmla="*/ 463 w 1321"/>
                <a:gd name="T33" fmla="*/ 634 h 712"/>
                <a:gd name="T34" fmla="*/ 401 w 1321"/>
                <a:gd name="T35" fmla="*/ 630 h 712"/>
                <a:gd name="T36" fmla="*/ 341 w 1321"/>
                <a:gd name="T37" fmla="*/ 627 h 712"/>
                <a:gd name="T38" fmla="*/ 285 w 1321"/>
                <a:gd name="T39" fmla="*/ 620 h 712"/>
                <a:gd name="T40" fmla="*/ 231 w 1321"/>
                <a:gd name="T41" fmla="*/ 614 h 712"/>
                <a:gd name="T42" fmla="*/ 182 w 1321"/>
                <a:gd name="T43" fmla="*/ 603 h 712"/>
                <a:gd name="T44" fmla="*/ 138 w 1321"/>
                <a:gd name="T45" fmla="*/ 590 h 712"/>
                <a:gd name="T46" fmla="*/ 100 w 1321"/>
                <a:gd name="T47" fmla="*/ 577 h 712"/>
                <a:gd name="T48" fmla="*/ 66 w 1321"/>
                <a:gd name="T49" fmla="*/ 561 h 712"/>
                <a:gd name="T50" fmla="*/ 38 w 1321"/>
                <a:gd name="T51" fmla="*/ 541 h 712"/>
                <a:gd name="T52" fmla="*/ 18 w 1321"/>
                <a:gd name="T53" fmla="*/ 519 h 712"/>
                <a:gd name="T54" fmla="*/ 6 w 1321"/>
                <a:gd name="T55" fmla="*/ 493 h 712"/>
                <a:gd name="T56" fmla="*/ 0 w 1321"/>
                <a:gd name="T57" fmla="*/ 467 h 712"/>
                <a:gd name="T58" fmla="*/ 0 w 1321"/>
                <a:gd name="T59" fmla="*/ 463 h 712"/>
                <a:gd name="T60" fmla="*/ 4 w 1321"/>
                <a:gd name="T61" fmla="*/ 434 h 712"/>
                <a:gd name="T62" fmla="*/ 16 w 1321"/>
                <a:gd name="T63" fmla="*/ 397 h 712"/>
                <a:gd name="T64" fmla="*/ 50 w 1321"/>
                <a:gd name="T65" fmla="*/ 329 h 712"/>
                <a:gd name="T66" fmla="*/ 92 w 1321"/>
                <a:gd name="T67" fmla="*/ 266 h 712"/>
                <a:gd name="T68" fmla="*/ 144 w 1321"/>
                <a:gd name="T69" fmla="*/ 209 h 712"/>
                <a:gd name="T70" fmla="*/ 200 w 1321"/>
                <a:gd name="T71" fmla="*/ 157 h 712"/>
                <a:gd name="T72" fmla="*/ 265 w 1321"/>
                <a:gd name="T73" fmla="*/ 111 h 712"/>
                <a:gd name="T74" fmla="*/ 335 w 1321"/>
                <a:gd name="T75" fmla="*/ 73 h 712"/>
                <a:gd name="T76" fmla="*/ 407 w 1321"/>
                <a:gd name="T77" fmla="*/ 42 h 712"/>
                <a:gd name="T78" fmla="*/ 488 w 1321"/>
                <a:gd name="T79" fmla="*/ 19 h 712"/>
                <a:gd name="T80" fmla="*/ 570 w 1321"/>
                <a:gd name="T81" fmla="*/ 5 h 712"/>
                <a:gd name="T82" fmla="*/ 654 w 1321"/>
                <a:gd name="T83" fmla="*/ 0 h 712"/>
                <a:gd name="T84" fmla="*/ 654 w 1321"/>
                <a:gd name="T85" fmla="*/ 0 h 712"/>
                <a:gd name="T86" fmla="*/ 745 w 1321"/>
                <a:gd name="T87" fmla="*/ 5 h 712"/>
                <a:gd name="T88" fmla="*/ 831 w 1321"/>
                <a:gd name="T89" fmla="*/ 20 h 712"/>
                <a:gd name="T90" fmla="*/ 914 w 1321"/>
                <a:gd name="T91" fmla="*/ 47 h 712"/>
                <a:gd name="T92" fmla="*/ 991 w 1321"/>
                <a:gd name="T93" fmla="*/ 80 h 712"/>
                <a:gd name="T94" fmla="*/ 1062 w 1321"/>
                <a:gd name="T95" fmla="*/ 122 h 712"/>
                <a:gd name="T96" fmla="*/ 1127 w 1321"/>
                <a:gd name="T97" fmla="*/ 173 h 712"/>
                <a:gd name="T98" fmla="*/ 1185 w 1321"/>
                <a:gd name="T99" fmla="*/ 228 h 712"/>
                <a:gd name="T100" fmla="*/ 1234 w 1321"/>
                <a:gd name="T101" fmla="*/ 289 h 712"/>
                <a:gd name="T102" fmla="*/ 1276 w 1321"/>
                <a:gd name="T103" fmla="*/ 357 h 712"/>
                <a:gd name="T104" fmla="*/ 1276 w 1321"/>
                <a:gd name="T105" fmla="*/ 357 h 712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1321" h="712">
                  <a:moveTo>
                    <a:pt x="1301" y="401"/>
                  </a:moveTo>
                  <a:lnTo>
                    <a:pt x="1317" y="442"/>
                  </a:lnTo>
                  <a:lnTo>
                    <a:pt x="1321" y="481"/>
                  </a:lnTo>
                  <a:lnTo>
                    <a:pt x="1315" y="516"/>
                  </a:lnTo>
                  <a:lnTo>
                    <a:pt x="1298" y="550"/>
                  </a:lnTo>
                  <a:lnTo>
                    <a:pt x="1272" y="579"/>
                  </a:lnTo>
                  <a:lnTo>
                    <a:pt x="1239" y="604"/>
                  </a:lnTo>
                  <a:lnTo>
                    <a:pt x="1196" y="628"/>
                  </a:lnTo>
                  <a:lnTo>
                    <a:pt x="1147" y="649"/>
                  </a:lnTo>
                  <a:lnTo>
                    <a:pt x="1092" y="667"/>
                  </a:lnTo>
                  <a:lnTo>
                    <a:pt x="1031" y="683"/>
                  </a:lnTo>
                  <a:lnTo>
                    <a:pt x="967" y="694"/>
                  </a:lnTo>
                  <a:lnTo>
                    <a:pt x="896" y="704"/>
                  </a:lnTo>
                  <a:lnTo>
                    <a:pt x="824" y="710"/>
                  </a:lnTo>
                  <a:lnTo>
                    <a:pt x="795" y="712"/>
                  </a:lnTo>
                  <a:lnTo>
                    <a:pt x="476" y="712"/>
                  </a:lnTo>
                  <a:lnTo>
                    <a:pt x="472" y="712"/>
                  </a:lnTo>
                  <a:lnTo>
                    <a:pt x="409" y="708"/>
                  </a:lnTo>
                  <a:lnTo>
                    <a:pt x="348" y="704"/>
                  </a:lnTo>
                  <a:lnTo>
                    <a:pt x="290" y="696"/>
                  </a:lnTo>
                  <a:lnTo>
                    <a:pt x="235" y="689"/>
                  </a:lnTo>
                  <a:lnTo>
                    <a:pt x="186" y="677"/>
                  </a:lnTo>
                  <a:lnTo>
                    <a:pt x="141" y="663"/>
                  </a:lnTo>
                  <a:lnTo>
                    <a:pt x="102" y="648"/>
                  </a:lnTo>
                  <a:lnTo>
                    <a:pt x="67" y="630"/>
                  </a:lnTo>
                  <a:lnTo>
                    <a:pt x="39" y="608"/>
                  </a:lnTo>
                  <a:lnTo>
                    <a:pt x="18" y="583"/>
                  </a:lnTo>
                  <a:lnTo>
                    <a:pt x="6" y="554"/>
                  </a:lnTo>
                  <a:lnTo>
                    <a:pt x="0" y="524"/>
                  </a:lnTo>
                  <a:lnTo>
                    <a:pt x="0" y="520"/>
                  </a:lnTo>
                  <a:lnTo>
                    <a:pt x="4" y="487"/>
                  </a:lnTo>
                  <a:lnTo>
                    <a:pt x="16" y="446"/>
                  </a:lnTo>
                  <a:lnTo>
                    <a:pt x="51" y="370"/>
                  </a:lnTo>
                  <a:lnTo>
                    <a:pt x="94" y="299"/>
                  </a:lnTo>
                  <a:lnTo>
                    <a:pt x="147" y="235"/>
                  </a:lnTo>
                  <a:lnTo>
                    <a:pt x="204" y="176"/>
                  </a:lnTo>
                  <a:lnTo>
                    <a:pt x="270" y="125"/>
                  </a:lnTo>
                  <a:lnTo>
                    <a:pt x="341" y="82"/>
                  </a:lnTo>
                  <a:lnTo>
                    <a:pt x="415" y="47"/>
                  </a:lnTo>
                  <a:lnTo>
                    <a:pt x="497" y="21"/>
                  </a:lnTo>
                  <a:lnTo>
                    <a:pt x="581" y="6"/>
                  </a:lnTo>
                  <a:lnTo>
                    <a:pt x="667" y="0"/>
                  </a:lnTo>
                  <a:lnTo>
                    <a:pt x="759" y="6"/>
                  </a:lnTo>
                  <a:lnTo>
                    <a:pt x="847" y="23"/>
                  </a:lnTo>
                  <a:lnTo>
                    <a:pt x="932" y="53"/>
                  </a:lnTo>
                  <a:lnTo>
                    <a:pt x="1010" y="90"/>
                  </a:lnTo>
                  <a:lnTo>
                    <a:pt x="1082" y="137"/>
                  </a:lnTo>
                  <a:lnTo>
                    <a:pt x="1149" y="194"/>
                  </a:lnTo>
                  <a:lnTo>
                    <a:pt x="1208" y="256"/>
                  </a:lnTo>
                  <a:lnTo>
                    <a:pt x="1258" y="325"/>
                  </a:lnTo>
                  <a:lnTo>
                    <a:pt x="1301" y="401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BBF6EE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67" name="Oval 36"/>
          <p:cNvSpPr>
            <a:spLocks noChangeArrowheads="1"/>
          </p:cNvSpPr>
          <p:nvPr/>
        </p:nvSpPr>
        <p:spPr bwMode="gray">
          <a:xfrm rot="18227093">
            <a:off x="5566569" y="5177631"/>
            <a:ext cx="130175" cy="138113"/>
          </a:xfrm>
          <a:prstGeom prst="ellipse">
            <a:avLst/>
          </a:prstGeom>
          <a:gradFill rotWithShape="1">
            <a:gsLst>
              <a:gs pos="0">
                <a:srgbClr val="FF3399"/>
              </a:gs>
              <a:gs pos="100000">
                <a:srgbClr val="AA2266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68" name="Oval 37"/>
          <p:cNvSpPr>
            <a:spLocks noChangeArrowheads="1"/>
          </p:cNvSpPr>
          <p:nvPr/>
        </p:nvSpPr>
        <p:spPr bwMode="gray">
          <a:xfrm rot="18227093">
            <a:off x="5414169" y="5025231"/>
            <a:ext cx="130175" cy="138113"/>
          </a:xfrm>
          <a:prstGeom prst="ellipse">
            <a:avLst/>
          </a:prstGeom>
          <a:gradFill rotWithShape="1">
            <a:gsLst>
              <a:gs pos="0">
                <a:srgbClr val="FF3399"/>
              </a:gs>
              <a:gs pos="100000">
                <a:srgbClr val="AA2266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grpSp>
        <p:nvGrpSpPr>
          <p:cNvPr id="69" name="Group 38"/>
          <p:cNvGrpSpPr>
            <a:grpSpLocks/>
          </p:cNvGrpSpPr>
          <p:nvPr/>
        </p:nvGrpSpPr>
        <p:grpSpPr bwMode="auto">
          <a:xfrm>
            <a:off x="3124200" y="3581400"/>
            <a:ext cx="366713" cy="206375"/>
            <a:chOff x="2016" y="2304"/>
            <a:chExt cx="231" cy="130"/>
          </a:xfrm>
        </p:grpSpPr>
        <p:sp>
          <p:nvSpPr>
            <p:cNvPr id="70" name="Oval 39"/>
            <p:cNvSpPr>
              <a:spLocks noChangeArrowheads="1"/>
            </p:cNvSpPr>
            <p:nvPr/>
          </p:nvSpPr>
          <p:spPr bwMode="gray">
            <a:xfrm rot="18227093">
              <a:off x="2019" y="2301"/>
              <a:ext cx="82" cy="87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71" name="Oval 40"/>
            <p:cNvSpPr>
              <a:spLocks noChangeArrowheads="1"/>
            </p:cNvSpPr>
            <p:nvPr/>
          </p:nvSpPr>
          <p:spPr bwMode="gray">
            <a:xfrm rot="18227093">
              <a:off x="2162" y="2349"/>
              <a:ext cx="82" cy="87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pitchFamily="50" charset="-127"/>
                <a:ea typeface="굴림" pitchFamily="50" charset="-127"/>
              </a:endParaRPr>
            </a:p>
          </p:txBody>
        </p:sp>
      </p:grpSp>
      <p:grpSp>
        <p:nvGrpSpPr>
          <p:cNvPr id="72" name="Group 41"/>
          <p:cNvGrpSpPr>
            <a:grpSpLocks/>
          </p:cNvGrpSpPr>
          <p:nvPr/>
        </p:nvGrpSpPr>
        <p:grpSpPr bwMode="auto">
          <a:xfrm>
            <a:off x="4495800" y="2559050"/>
            <a:ext cx="138113" cy="412750"/>
            <a:chOff x="2832" y="1612"/>
            <a:chExt cx="87" cy="260"/>
          </a:xfrm>
        </p:grpSpPr>
        <p:sp>
          <p:nvSpPr>
            <p:cNvPr id="73" name="Oval 42"/>
            <p:cNvSpPr>
              <a:spLocks noChangeArrowheads="1"/>
            </p:cNvSpPr>
            <p:nvPr/>
          </p:nvSpPr>
          <p:spPr bwMode="gray">
            <a:xfrm rot="-3372907">
              <a:off x="2835" y="1609"/>
              <a:ext cx="82" cy="87"/>
            </a:xfrm>
            <a:prstGeom prst="ellipse">
              <a:avLst/>
            </a:prstGeom>
            <a:gradFill rotWithShape="1">
              <a:gsLst>
                <a:gs pos="0">
                  <a:srgbClr val="FFFF66"/>
                </a:gs>
                <a:gs pos="100000">
                  <a:srgbClr val="AAAA44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74" name="Oval 43"/>
            <p:cNvSpPr>
              <a:spLocks noChangeArrowheads="1"/>
            </p:cNvSpPr>
            <p:nvPr/>
          </p:nvSpPr>
          <p:spPr bwMode="gray">
            <a:xfrm rot="-3372907">
              <a:off x="2835" y="1787"/>
              <a:ext cx="82" cy="87"/>
            </a:xfrm>
            <a:prstGeom prst="ellipse">
              <a:avLst/>
            </a:prstGeom>
            <a:gradFill rotWithShape="1">
              <a:gsLst>
                <a:gs pos="0">
                  <a:srgbClr val="FFFF66"/>
                </a:gs>
                <a:gs pos="100000">
                  <a:srgbClr val="AAAA44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75" name="Oval 44"/>
          <p:cNvSpPr>
            <a:spLocks noChangeArrowheads="1"/>
          </p:cNvSpPr>
          <p:nvPr/>
        </p:nvSpPr>
        <p:spPr bwMode="gray">
          <a:xfrm rot="18227093">
            <a:off x="5966619" y="3606006"/>
            <a:ext cx="130175" cy="138113"/>
          </a:xfrm>
          <a:prstGeom prst="ellipse">
            <a:avLst/>
          </a:prstGeom>
          <a:gradFill rotWithShape="1">
            <a:gsLst>
              <a:gs pos="0">
                <a:srgbClr val="0099FF"/>
              </a:gs>
              <a:gs pos="100000">
                <a:srgbClr val="0066AA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76" name="Oval 45"/>
          <p:cNvSpPr>
            <a:spLocks noChangeArrowheads="1"/>
          </p:cNvSpPr>
          <p:nvPr/>
        </p:nvSpPr>
        <p:spPr bwMode="gray">
          <a:xfrm rot="18227093">
            <a:off x="5718969" y="3729831"/>
            <a:ext cx="130175" cy="138113"/>
          </a:xfrm>
          <a:prstGeom prst="ellipse">
            <a:avLst/>
          </a:prstGeom>
          <a:gradFill rotWithShape="1">
            <a:gsLst>
              <a:gs pos="0">
                <a:srgbClr val="0099FF"/>
              </a:gs>
              <a:gs pos="100000">
                <a:srgbClr val="0066AA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77" name="Text Box 46"/>
          <p:cNvSpPr txBox="1">
            <a:spLocks noChangeArrowheads="1"/>
          </p:cNvSpPr>
          <p:nvPr/>
        </p:nvSpPr>
        <p:spPr bwMode="auto">
          <a:xfrm>
            <a:off x="434752" y="3068960"/>
            <a:ext cx="19050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latinLnBrk="0"/>
            <a:r>
              <a:rPr kumimoji="0" lang="ko-KR" altLang="en-US" b="1" dirty="0" smtClean="0">
                <a:latin typeface="Arial" charset="0"/>
              </a:rPr>
              <a:t>민간수탁</a:t>
            </a:r>
            <a:endParaRPr kumimoji="0" lang="en-US" altLang="ko-KR" b="1" dirty="0" smtClean="0">
              <a:latin typeface="Arial" charset="0"/>
            </a:endParaRPr>
          </a:p>
          <a:p>
            <a:pPr algn="ctr" latinLnBrk="0"/>
            <a:r>
              <a:rPr kumimoji="0" lang="en-US" altLang="ko-KR" b="1" dirty="0" smtClean="0">
                <a:latin typeface="Arial" charset="0"/>
              </a:rPr>
              <a:t>(</a:t>
            </a:r>
            <a:r>
              <a:rPr kumimoji="0" lang="ko-KR" altLang="en-US" b="1" dirty="0" smtClean="0">
                <a:latin typeface="Arial" charset="0"/>
              </a:rPr>
              <a:t>민간</a:t>
            </a:r>
            <a:r>
              <a:rPr kumimoji="0" lang="en-US" altLang="ko-KR" b="1" dirty="0" smtClean="0">
                <a:latin typeface="Arial" charset="0"/>
              </a:rPr>
              <a:t>, </a:t>
            </a:r>
            <a:r>
              <a:rPr kumimoji="0" lang="ko-KR" altLang="en-US" b="1" dirty="0" smtClean="0">
                <a:latin typeface="Arial" charset="0"/>
              </a:rPr>
              <a:t>공공수탁</a:t>
            </a:r>
            <a:r>
              <a:rPr kumimoji="0" lang="en-US" altLang="ko-KR" b="1" dirty="0" smtClean="0">
                <a:latin typeface="Arial" charset="0"/>
              </a:rPr>
              <a:t>)</a:t>
            </a:r>
            <a:endParaRPr kumimoji="0" lang="en-US" altLang="ko-KR" b="1" dirty="0">
              <a:latin typeface="Arial" charset="0"/>
            </a:endParaRPr>
          </a:p>
        </p:txBody>
      </p:sp>
      <p:sp>
        <p:nvSpPr>
          <p:cNvPr id="78" name="Text Box 48"/>
          <p:cNvSpPr txBox="1">
            <a:spLocks noChangeArrowheads="1"/>
          </p:cNvSpPr>
          <p:nvPr/>
        </p:nvSpPr>
        <p:spPr bwMode="auto">
          <a:xfrm>
            <a:off x="6843464" y="3140968"/>
            <a:ext cx="19050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latinLnBrk="0"/>
            <a:r>
              <a:rPr kumimoji="0" lang="ko-KR" altLang="en-US" b="1" dirty="0" smtClean="0">
                <a:latin typeface="Arial" charset="0"/>
              </a:rPr>
              <a:t>정부수탁</a:t>
            </a:r>
            <a:endParaRPr kumimoji="0" lang="en-US" altLang="ko-KR" b="1" dirty="0" smtClean="0">
              <a:latin typeface="Arial" charset="0"/>
            </a:endParaRPr>
          </a:p>
          <a:p>
            <a:pPr algn="ctr" latinLnBrk="0"/>
            <a:r>
              <a:rPr kumimoji="0" lang="en-US" altLang="ko-KR" b="1" dirty="0" smtClean="0">
                <a:latin typeface="Arial" charset="0"/>
              </a:rPr>
              <a:t>(</a:t>
            </a:r>
            <a:r>
              <a:rPr kumimoji="0" lang="ko-KR" altLang="en-US" b="1" dirty="0" err="1" smtClean="0">
                <a:latin typeface="Arial" charset="0"/>
              </a:rPr>
              <a:t>미래부</a:t>
            </a:r>
            <a:r>
              <a:rPr kumimoji="0" lang="en-US" altLang="ko-KR" b="1" dirty="0" smtClean="0">
                <a:latin typeface="Arial" charset="0"/>
              </a:rPr>
              <a:t>/</a:t>
            </a:r>
            <a:r>
              <a:rPr kumimoji="0" lang="ko-KR" altLang="en-US" b="1" dirty="0" err="1" smtClean="0">
                <a:latin typeface="Arial" charset="0"/>
              </a:rPr>
              <a:t>산업부</a:t>
            </a:r>
            <a:r>
              <a:rPr kumimoji="0" lang="en-US" altLang="ko-KR" b="1" dirty="0" smtClean="0">
                <a:latin typeface="Arial" charset="0"/>
              </a:rPr>
              <a:t>)</a:t>
            </a:r>
            <a:endParaRPr kumimoji="0" lang="en-US" altLang="ko-KR" b="1" dirty="0">
              <a:latin typeface="Arial" charset="0"/>
            </a:endParaRPr>
          </a:p>
        </p:txBody>
      </p:sp>
      <p:sp>
        <p:nvSpPr>
          <p:cNvPr id="79" name="Text Box 49"/>
          <p:cNvSpPr txBox="1">
            <a:spLocks noChangeArrowheads="1"/>
          </p:cNvSpPr>
          <p:nvPr/>
        </p:nvSpPr>
        <p:spPr bwMode="auto">
          <a:xfrm>
            <a:off x="1082824" y="5445224"/>
            <a:ext cx="19050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latinLnBrk="0"/>
            <a:r>
              <a:rPr kumimoji="0" lang="ko-KR" altLang="en-US" b="1" dirty="0" smtClean="0">
                <a:latin typeface="Arial" charset="0"/>
              </a:rPr>
              <a:t>자체사업</a:t>
            </a:r>
            <a:r>
              <a:rPr kumimoji="0" lang="en-US" altLang="ko-KR" b="1" dirty="0" smtClean="0">
                <a:latin typeface="Arial" charset="0"/>
              </a:rPr>
              <a:t> </a:t>
            </a:r>
          </a:p>
          <a:p>
            <a:pPr algn="ctr" latinLnBrk="0"/>
            <a:r>
              <a:rPr kumimoji="0" lang="en-US" altLang="ko-KR" b="1" dirty="0" smtClean="0">
                <a:latin typeface="Arial" charset="0"/>
              </a:rPr>
              <a:t>(</a:t>
            </a:r>
            <a:r>
              <a:rPr kumimoji="0" lang="ko-KR" altLang="en-US" b="1" dirty="0" err="1" smtClean="0">
                <a:latin typeface="Arial" charset="0"/>
              </a:rPr>
              <a:t>기술료수입</a:t>
            </a:r>
            <a:r>
              <a:rPr kumimoji="0" lang="ko-KR" altLang="en-US" b="1" dirty="0" smtClean="0">
                <a:latin typeface="Arial" charset="0"/>
              </a:rPr>
              <a:t> 등</a:t>
            </a:r>
            <a:r>
              <a:rPr kumimoji="0" lang="en-US" altLang="ko-KR" b="1" dirty="0" smtClean="0">
                <a:latin typeface="Arial" charset="0"/>
              </a:rPr>
              <a:t>)</a:t>
            </a:r>
            <a:endParaRPr kumimoji="0" lang="en-US" altLang="ko-KR" b="1" dirty="0">
              <a:latin typeface="Arial" charset="0"/>
            </a:endParaRPr>
          </a:p>
        </p:txBody>
      </p:sp>
      <p:sp>
        <p:nvSpPr>
          <p:cNvPr id="80" name="Text Box 50"/>
          <p:cNvSpPr txBox="1">
            <a:spLocks noChangeArrowheads="1"/>
          </p:cNvSpPr>
          <p:nvPr/>
        </p:nvSpPr>
        <p:spPr bwMode="auto">
          <a:xfrm>
            <a:off x="6228184" y="5562600"/>
            <a:ext cx="206382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latinLnBrk="0"/>
            <a:r>
              <a:rPr kumimoji="0" lang="ko-KR" altLang="en-US" b="1" dirty="0" smtClean="0">
                <a:latin typeface="Arial" charset="0"/>
              </a:rPr>
              <a:t>자체사업</a:t>
            </a:r>
            <a:endParaRPr kumimoji="0" lang="en-US" altLang="ko-KR" b="1" dirty="0" smtClean="0">
              <a:latin typeface="Arial" charset="0"/>
            </a:endParaRPr>
          </a:p>
          <a:p>
            <a:pPr algn="ctr" latinLnBrk="0"/>
            <a:r>
              <a:rPr kumimoji="0" lang="en-US" altLang="ko-KR" b="1" dirty="0" smtClean="0">
                <a:latin typeface="Arial" charset="0"/>
              </a:rPr>
              <a:t>(</a:t>
            </a:r>
            <a:r>
              <a:rPr kumimoji="0" lang="ko-KR" altLang="en-US" b="1" dirty="0" smtClean="0">
                <a:latin typeface="Arial" charset="0"/>
              </a:rPr>
              <a:t>기술지원 사업 등</a:t>
            </a:r>
            <a:r>
              <a:rPr kumimoji="0" lang="en-US" altLang="ko-KR" b="1" dirty="0" smtClean="0">
                <a:latin typeface="Arial" charset="0"/>
              </a:rPr>
              <a:t>)</a:t>
            </a:r>
            <a:endParaRPr kumimoji="0" lang="en-US" altLang="ko-KR" b="1" dirty="0">
              <a:latin typeface="Arial" charset="0"/>
            </a:endParaRPr>
          </a:p>
        </p:txBody>
      </p:sp>
      <p:sp>
        <p:nvSpPr>
          <p:cNvPr id="81" name="Text Box 49"/>
          <p:cNvSpPr txBox="1">
            <a:spLocks noChangeArrowheads="1"/>
          </p:cNvSpPr>
          <p:nvPr/>
        </p:nvSpPr>
        <p:spPr bwMode="auto">
          <a:xfrm>
            <a:off x="4572000" y="1772816"/>
            <a:ext cx="19050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latinLnBrk="0"/>
            <a:r>
              <a:rPr kumimoji="0" lang="ko-KR" altLang="en-US" b="1" dirty="0" smtClean="0">
                <a:latin typeface="Arial" charset="0"/>
              </a:rPr>
              <a:t>정부출연금</a:t>
            </a:r>
            <a:r>
              <a:rPr kumimoji="0" lang="en-US" altLang="ko-KR" b="1" dirty="0" smtClean="0">
                <a:latin typeface="Arial" charset="0"/>
              </a:rPr>
              <a:t> </a:t>
            </a:r>
          </a:p>
          <a:p>
            <a:pPr algn="ctr" latinLnBrk="0"/>
            <a:r>
              <a:rPr kumimoji="0" lang="en-US" altLang="ko-KR" b="1" dirty="0" smtClean="0">
                <a:latin typeface="Arial" charset="0"/>
              </a:rPr>
              <a:t>(</a:t>
            </a:r>
            <a:r>
              <a:rPr kumimoji="0" lang="ko-KR" altLang="en-US" b="1" dirty="0" smtClean="0">
                <a:latin typeface="Arial" charset="0"/>
              </a:rPr>
              <a:t>주요사업</a:t>
            </a:r>
            <a:r>
              <a:rPr kumimoji="0" lang="en-US" altLang="ko-KR" b="1" dirty="0" smtClean="0">
                <a:latin typeface="Arial" charset="0"/>
              </a:rPr>
              <a:t>)</a:t>
            </a:r>
            <a:endParaRPr kumimoji="0" lang="en-US" altLang="ko-KR" b="1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6290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/>
        </p:nvGrpSpPr>
        <p:grpSpPr>
          <a:xfrm>
            <a:off x="611560" y="2348880"/>
            <a:ext cx="8164046" cy="1236663"/>
            <a:chOff x="971550" y="2636912"/>
            <a:chExt cx="7801382" cy="1236663"/>
          </a:xfrm>
        </p:grpSpPr>
        <p:sp>
          <p:nvSpPr>
            <p:cNvPr id="4" name="AutoShape 9"/>
            <p:cNvSpPr>
              <a:spLocks noChangeArrowheads="1"/>
            </p:cNvSpPr>
            <p:nvPr/>
          </p:nvSpPr>
          <p:spPr bwMode="auto">
            <a:xfrm>
              <a:off x="971550" y="2636912"/>
              <a:ext cx="7429500" cy="1236663"/>
            </a:xfrm>
            <a:prstGeom prst="roundRect">
              <a:avLst>
                <a:gd name="adj" fmla="val 9741"/>
              </a:avLst>
            </a:prstGeom>
            <a:gradFill rotWithShape="1">
              <a:gsLst>
                <a:gs pos="0">
                  <a:srgbClr val="FFFFFF"/>
                </a:gs>
                <a:gs pos="100000">
                  <a:srgbClr val="DDDDDD"/>
                </a:gs>
              </a:gsLst>
              <a:lin ang="5400000" scaled="1"/>
            </a:gradFill>
            <a:ln w="19050" algn="ctr">
              <a:solidFill>
                <a:srgbClr val="0070C0">
                  <a:alpha val="50000"/>
                </a:srgbClr>
              </a:solidFill>
              <a:round/>
              <a:headEnd/>
              <a:tailEnd/>
            </a:ln>
            <a:effectLst>
              <a:outerShdw dist="45791" dir="3378596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1600" kern="0">
                <a:solidFill>
                  <a:sysClr val="windowText" lastClr="000000"/>
                </a:solidFill>
                <a:latin typeface="HY헤드라인M" pitchFamily="18" charset="-127"/>
                <a:ea typeface="HY헤드라인M" pitchFamily="18" charset="-127"/>
              </a:endParaRPr>
            </a:p>
          </p:txBody>
        </p:sp>
        <p:sp>
          <p:nvSpPr>
            <p:cNvPr id="14" name="TextBox 59"/>
            <p:cNvSpPr txBox="1">
              <a:spLocks noChangeArrowheads="1"/>
            </p:cNvSpPr>
            <p:nvPr/>
          </p:nvSpPr>
          <p:spPr bwMode="auto">
            <a:xfrm>
              <a:off x="1040359" y="3068960"/>
              <a:ext cx="7732573" cy="404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indent="176213">
                <a:lnSpc>
                  <a:spcPct val="150000"/>
                </a:lnSpc>
                <a:spcBef>
                  <a:spcPts val="0"/>
                </a:spcBef>
                <a:buFontTx/>
                <a:buBlip>
                  <a:blip r:embed="rId3"/>
                </a:buBlip>
              </a:pPr>
              <a:r>
                <a:rPr lang="ko-KR" altLang="en-US" sz="1600" dirty="0" smtClean="0">
                  <a:latin typeface="HY헤드라인M" pitchFamily="18" charset="-127"/>
                  <a:ea typeface="HY헤드라인M" pitchFamily="18" charset="-127"/>
                </a:rPr>
                <a:t>연구</a:t>
              </a:r>
              <a:r>
                <a:rPr lang="ko-KR" altLang="en-US" sz="1600" dirty="0" smtClean="0">
                  <a:latin typeface="HY헤드라인M" pitchFamily="18" charset="-127"/>
                  <a:ea typeface="HY헤드라인M" pitchFamily="18" charset="-127"/>
                </a:rPr>
                <a:t>사업 관리  및 지원 등을  목적으로 하는 연구지원기관을 말함 </a:t>
              </a:r>
              <a:endParaRPr lang="en-US" altLang="ko-KR" sz="1600" dirty="0">
                <a:latin typeface="HY헤드라인M" pitchFamily="18" charset="-127"/>
                <a:ea typeface="HY헤드라인M" pitchFamily="18" charset="-127"/>
              </a:endParaRPr>
            </a:p>
          </p:txBody>
        </p:sp>
      </p:grpSp>
      <p:sp>
        <p:nvSpPr>
          <p:cNvPr id="15" name="TextBox 59"/>
          <p:cNvSpPr txBox="1">
            <a:spLocks noChangeArrowheads="1"/>
          </p:cNvSpPr>
          <p:nvPr/>
        </p:nvSpPr>
        <p:spPr bwMode="auto">
          <a:xfrm>
            <a:off x="1102990" y="4149080"/>
            <a:ext cx="7213426" cy="404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indent="176213">
              <a:lnSpc>
                <a:spcPct val="150000"/>
              </a:lnSpc>
              <a:spcBef>
                <a:spcPts val="0"/>
              </a:spcBef>
              <a:buFontTx/>
              <a:buBlip>
                <a:blip r:embed="rId3"/>
              </a:buBlip>
            </a:pPr>
            <a:r>
              <a:rPr lang="ko-KR" altLang="en-US" sz="1600" dirty="0" smtClean="0">
                <a:latin typeface="HY헤드라인M" pitchFamily="18" charset="-127"/>
                <a:ea typeface="HY헤드라인M" pitchFamily="18" charset="-127"/>
              </a:rPr>
              <a:t>예</a:t>
            </a:r>
            <a:r>
              <a:rPr lang="en-US" altLang="ko-KR" sz="1600" dirty="0" smtClean="0">
                <a:latin typeface="HY헤드라인M" pitchFamily="18" charset="-127"/>
                <a:ea typeface="HY헤드라인M" pitchFamily="18" charset="-127"/>
              </a:rPr>
              <a:t>) IITP, NIPA, KIET, NRF</a:t>
            </a:r>
            <a:r>
              <a:rPr lang="ko-KR" altLang="en-US" sz="1600" dirty="0" smtClean="0">
                <a:latin typeface="HY헤드라인M" pitchFamily="18" charset="-127"/>
                <a:ea typeface="HY헤드라인M" pitchFamily="18" charset="-127"/>
              </a:rPr>
              <a:t> 등</a:t>
            </a:r>
            <a:endParaRPr lang="en-US" altLang="ko-KR" sz="1600" dirty="0" smtClean="0">
              <a:latin typeface="HY헤드라인M" pitchFamily="18" charset="-127"/>
              <a:ea typeface="HY헤드라인M" pitchFamily="18" charset="-127"/>
            </a:endParaRP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4" cstate="print">
            <a:duotone>
              <a:prstClr val="black"/>
              <a:schemeClr val="accent5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1095399" y="692696"/>
            <a:ext cx="6905625" cy="962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 bwMode="auto">
          <a:xfrm>
            <a:off x="1098930" y="908720"/>
            <a:ext cx="6929454" cy="507831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2921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2700" b="1" i="1" spc="-150" dirty="0" smtClean="0">
                <a:ln>
                  <a:solidFill>
                    <a:schemeClr val="bg1">
                      <a:lumMod val="85000"/>
                    </a:schemeClr>
                  </a:solidFill>
                  <a:prstDash val="solid"/>
                </a:ln>
                <a:gradFill rotWithShape="1">
                  <a:gsLst>
                    <a:gs pos="0">
                      <a:schemeClr val="bg1">
                        <a:lumMod val="85000"/>
                      </a:schemeClr>
                    </a:gs>
                    <a:gs pos="40000">
                      <a:schemeClr val="bg1"/>
                    </a:gs>
                    <a:gs pos="50000">
                      <a:schemeClr val="bg1">
                        <a:lumMod val="65000"/>
                      </a:schemeClr>
                    </a:gs>
                    <a:gs pos="6800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5400000"/>
                </a:gradFill>
                <a:effectLst>
                  <a:outerShdw blurRad="50800" dist="38100" dir="5040000" algn="tl">
                    <a:schemeClr val="tx1">
                      <a:alpha val="70000"/>
                    </a:schemeClr>
                  </a:outerShdw>
                </a:effectLst>
                <a:latin typeface="HY견고딕"/>
                <a:ea typeface="HY견고딕"/>
              </a:rPr>
              <a:t>『 </a:t>
            </a:r>
            <a:r>
              <a:rPr kumimoji="0" lang="ko-KR" altLang="en-US" sz="2700" b="1" i="1" spc="-150" dirty="0" smtClean="0">
                <a:ln>
                  <a:solidFill>
                    <a:schemeClr val="bg1">
                      <a:lumMod val="85000"/>
                    </a:schemeClr>
                  </a:solidFill>
                  <a:prstDash val="solid"/>
                </a:ln>
                <a:gradFill rotWithShape="1">
                  <a:gsLst>
                    <a:gs pos="0">
                      <a:schemeClr val="bg1">
                        <a:lumMod val="85000"/>
                      </a:schemeClr>
                    </a:gs>
                    <a:gs pos="40000">
                      <a:schemeClr val="bg1"/>
                    </a:gs>
                    <a:gs pos="50000">
                      <a:schemeClr val="bg1">
                        <a:lumMod val="65000"/>
                      </a:schemeClr>
                    </a:gs>
                    <a:gs pos="6800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5400000"/>
                </a:gradFill>
                <a:effectLst>
                  <a:outerShdw blurRad="50800" dist="38100" dir="5040000" algn="tl">
                    <a:schemeClr val="tx1">
                      <a:alpha val="70000"/>
                    </a:schemeClr>
                  </a:outerShdw>
                </a:effectLst>
                <a:latin typeface="HY견고딕"/>
                <a:ea typeface="HY견고딕"/>
              </a:rPr>
              <a:t>전담</a:t>
            </a:r>
            <a:r>
              <a:rPr kumimoji="0" lang="en-US" altLang="ko-KR" sz="2700" b="1" i="1" spc="-150" dirty="0" smtClean="0">
                <a:ln>
                  <a:solidFill>
                    <a:schemeClr val="bg1">
                      <a:lumMod val="85000"/>
                    </a:schemeClr>
                  </a:solidFill>
                  <a:prstDash val="solid"/>
                </a:ln>
                <a:gradFill rotWithShape="1">
                  <a:gsLst>
                    <a:gs pos="0">
                      <a:schemeClr val="bg1">
                        <a:lumMod val="85000"/>
                      </a:schemeClr>
                    </a:gs>
                    <a:gs pos="40000">
                      <a:schemeClr val="bg1"/>
                    </a:gs>
                    <a:gs pos="50000">
                      <a:schemeClr val="bg1">
                        <a:lumMod val="65000"/>
                      </a:schemeClr>
                    </a:gs>
                    <a:gs pos="6800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5400000"/>
                </a:gradFill>
                <a:effectLst>
                  <a:outerShdw blurRad="50800" dist="38100" dir="5040000" algn="tl">
                    <a:schemeClr val="tx1">
                      <a:alpha val="70000"/>
                    </a:schemeClr>
                  </a:outerShdw>
                </a:effectLst>
                <a:latin typeface="HY견고딕"/>
                <a:ea typeface="HY견고딕"/>
              </a:rPr>
              <a:t>/</a:t>
            </a:r>
            <a:r>
              <a:rPr kumimoji="0" lang="ko-KR" altLang="en-US" sz="2700" b="1" i="1" spc="-150" dirty="0" smtClean="0">
                <a:ln>
                  <a:solidFill>
                    <a:schemeClr val="bg1">
                      <a:lumMod val="85000"/>
                    </a:schemeClr>
                  </a:solidFill>
                  <a:prstDash val="solid"/>
                </a:ln>
                <a:gradFill rotWithShape="1">
                  <a:gsLst>
                    <a:gs pos="0">
                      <a:schemeClr val="bg1">
                        <a:lumMod val="85000"/>
                      </a:schemeClr>
                    </a:gs>
                    <a:gs pos="40000">
                      <a:schemeClr val="bg1"/>
                    </a:gs>
                    <a:gs pos="50000">
                      <a:schemeClr val="bg1">
                        <a:lumMod val="65000"/>
                      </a:schemeClr>
                    </a:gs>
                    <a:gs pos="6800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5400000"/>
                </a:gradFill>
                <a:effectLst>
                  <a:outerShdw blurRad="50800" dist="38100" dir="5040000" algn="tl">
                    <a:schemeClr val="tx1">
                      <a:alpha val="70000"/>
                    </a:schemeClr>
                  </a:outerShdw>
                </a:effectLst>
                <a:latin typeface="HY견고딕"/>
                <a:ea typeface="HY견고딕"/>
              </a:rPr>
              <a:t>전</a:t>
            </a:r>
            <a:r>
              <a:rPr kumimoji="0" lang="ko-KR" altLang="en-US" sz="2700" b="1" i="1" spc="-150" dirty="0">
                <a:ln>
                  <a:solidFill>
                    <a:schemeClr val="bg1">
                      <a:lumMod val="85000"/>
                    </a:schemeClr>
                  </a:solidFill>
                  <a:prstDash val="solid"/>
                </a:ln>
                <a:gradFill rotWithShape="1">
                  <a:gsLst>
                    <a:gs pos="0">
                      <a:schemeClr val="bg1">
                        <a:lumMod val="85000"/>
                      </a:schemeClr>
                    </a:gs>
                    <a:gs pos="40000">
                      <a:schemeClr val="bg1"/>
                    </a:gs>
                    <a:gs pos="50000">
                      <a:schemeClr val="bg1">
                        <a:lumMod val="65000"/>
                      </a:schemeClr>
                    </a:gs>
                    <a:gs pos="6800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5400000"/>
                </a:gradFill>
                <a:effectLst>
                  <a:outerShdw blurRad="50800" dist="38100" dir="5040000" algn="tl">
                    <a:schemeClr val="tx1">
                      <a:alpha val="70000"/>
                    </a:schemeClr>
                  </a:outerShdw>
                </a:effectLst>
                <a:latin typeface="HY견고딕"/>
                <a:ea typeface="HY견고딕"/>
              </a:rPr>
              <a:t>문</a:t>
            </a:r>
            <a:r>
              <a:rPr kumimoji="0" lang="ko-KR" altLang="en-US" sz="2700" b="1" i="1" spc="-150" dirty="0" smtClean="0">
                <a:ln>
                  <a:solidFill>
                    <a:schemeClr val="bg1">
                      <a:lumMod val="85000"/>
                    </a:schemeClr>
                  </a:solidFill>
                  <a:prstDash val="solid"/>
                </a:ln>
                <a:gradFill rotWithShape="1">
                  <a:gsLst>
                    <a:gs pos="0">
                      <a:schemeClr val="bg1">
                        <a:lumMod val="85000"/>
                      </a:schemeClr>
                    </a:gs>
                    <a:gs pos="40000">
                      <a:schemeClr val="bg1"/>
                    </a:gs>
                    <a:gs pos="50000">
                      <a:schemeClr val="bg1">
                        <a:lumMod val="65000"/>
                      </a:schemeClr>
                    </a:gs>
                    <a:gs pos="6800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5400000"/>
                </a:gradFill>
                <a:effectLst>
                  <a:outerShdw blurRad="50800" dist="38100" dir="5040000" algn="tl">
                    <a:schemeClr val="tx1">
                      <a:alpha val="70000"/>
                    </a:schemeClr>
                  </a:outerShdw>
                </a:effectLst>
                <a:latin typeface="HY견고딕"/>
                <a:ea typeface="HY견고딕"/>
              </a:rPr>
              <a:t>기관이란</a:t>
            </a:r>
            <a:r>
              <a:rPr kumimoji="0" lang="en-US" altLang="ko-KR" sz="2700" b="1" i="1" spc="-150" dirty="0" smtClean="0">
                <a:ln>
                  <a:solidFill>
                    <a:schemeClr val="bg1">
                      <a:lumMod val="85000"/>
                    </a:schemeClr>
                  </a:solidFill>
                  <a:prstDash val="solid"/>
                </a:ln>
                <a:gradFill rotWithShape="1">
                  <a:gsLst>
                    <a:gs pos="0">
                      <a:schemeClr val="bg1">
                        <a:lumMod val="85000"/>
                      </a:schemeClr>
                    </a:gs>
                    <a:gs pos="40000">
                      <a:schemeClr val="bg1"/>
                    </a:gs>
                    <a:gs pos="50000">
                      <a:schemeClr val="bg1">
                        <a:lumMod val="65000"/>
                      </a:schemeClr>
                    </a:gs>
                    <a:gs pos="6800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5400000"/>
                </a:gradFill>
                <a:effectLst>
                  <a:outerShdw blurRad="50800" dist="38100" dir="5040000" algn="tl">
                    <a:schemeClr val="tx1">
                      <a:alpha val="70000"/>
                    </a:schemeClr>
                  </a:outerShdw>
                </a:effectLst>
                <a:latin typeface="HY견고딕"/>
                <a:ea typeface="HY견고딕"/>
              </a:rPr>
              <a:t>?</a:t>
            </a:r>
            <a:r>
              <a:rPr kumimoji="0" lang="en-US" altLang="ko-KR" sz="2700" b="1" spc="-150" dirty="0" smtClean="0">
                <a:ln>
                  <a:solidFill>
                    <a:schemeClr val="bg1">
                      <a:lumMod val="85000"/>
                    </a:schemeClr>
                  </a:solidFill>
                  <a:prstDash val="solid"/>
                </a:ln>
                <a:gradFill rotWithShape="1">
                  <a:gsLst>
                    <a:gs pos="0">
                      <a:schemeClr val="bg1">
                        <a:lumMod val="85000"/>
                      </a:schemeClr>
                    </a:gs>
                    <a:gs pos="40000">
                      <a:schemeClr val="bg1"/>
                    </a:gs>
                    <a:gs pos="50000">
                      <a:schemeClr val="bg1">
                        <a:lumMod val="65000"/>
                      </a:schemeClr>
                    </a:gs>
                    <a:gs pos="6800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5400000"/>
                </a:gradFill>
                <a:effectLst>
                  <a:outerShdw blurRad="50800" dist="38100" dir="5040000" algn="tl">
                    <a:schemeClr val="tx1">
                      <a:alpha val="70000"/>
                    </a:schemeClr>
                  </a:outerShdw>
                </a:effectLst>
                <a:latin typeface="HY견고딕"/>
                <a:ea typeface="HY견고딕"/>
              </a:rPr>
              <a:t>』</a:t>
            </a:r>
            <a:endParaRPr kumimoji="0" lang="ko-KR" altLang="en-US" sz="2700" b="1" spc="-150" dirty="0">
              <a:ln>
                <a:solidFill>
                  <a:schemeClr val="bg1">
                    <a:lumMod val="85000"/>
                  </a:schemeClr>
                </a:solidFill>
                <a:prstDash val="solid"/>
              </a:ln>
              <a:gradFill rotWithShape="1">
                <a:gsLst>
                  <a:gs pos="0">
                    <a:schemeClr val="bg1">
                      <a:lumMod val="85000"/>
                    </a:schemeClr>
                  </a:gs>
                  <a:gs pos="40000">
                    <a:schemeClr val="bg1"/>
                  </a:gs>
                  <a:gs pos="50000">
                    <a:schemeClr val="bg1">
                      <a:lumMod val="65000"/>
                    </a:schemeClr>
                  </a:gs>
                  <a:gs pos="6800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5400000"/>
              </a:gradFill>
              <a:effectLst>
                <a:outerShdw blurRad="50800" dist="38100" dir="5040000" algn="tl">
                  <a:schemeClr val="tx1">
                    <a:alpha val="70000"/>
                  </a:schemeClr>
                </a:outerShdw>
              </a:effectLst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8715404" y="6429396"/>
            <a:ext cx="428628" cy="428628"/>
          </a:xfrm>
          <a:prstGeom prst="rect">
            <a:avLst/>
          </a:prstGeom>
          <a:gradFill>
            <a:gsLst>
              <a:gs pos="0">
                <a:schemeClr val="accent6">
                  <a:shade val="51000"/>
                  <a:satMod val="130000"/>
                  <a:alpha val="0"/>
                </a:schemeClr>
              </a:gs>
              <a:gs pos="80000">
                <a:schemeClr val="accent6">
                  <a:shade val="93000"/>
                  <a:satMod val="130000"/>
                </a:schemeClr>
              </a:gs>
              <a:gs pos="100000">
                <a:schemeClr val="accent6">
                  <a:shade val="94000"/>
                  <a:satMod val="135000"/>
                </a:schemeClr>
              </a:gs>
            </a:gsLst>
            <a:lin ang="3600000" scaled="0"/>
          </a:gra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5000"/>
              </a:lnSpc>
              <a:defRPr/>
            </a:pPr>
            <a:r>
              <a:rPr lang="en-US" altLang="ko-KR" b="1" spc="-150" dirty="0" smtClean="0">
                <a:solidFill>
                  <a:srgbClr val="000000"/>
                </a:solidFill>
              </a:rPr>
              <a:t>1</a:t>
            </a:r>
            <a:endParaRPr lang="ko-KR" altLang="en-US" b="1" spc="-15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/>
        </p:nvGrpSpPr>
        <p:grpSpPr>
          <a:xfrm>
            <a:off x="971550" y="2348880"/>
            <a:ext cx="7429500" cy="792088"/>
            <a:chOff x="971550" y="1916832"/>
            <a:chExt cx="7429500" cy="792088"/>
          </a:xfrm>
        </p:grpSpPr>
        <p:sp>
          <p:nvSpPr>
            <p:cNvPr id="4" name="AutoShape 9"/>
            <p:cNvSpPr>
              <a:spLocks noChangeArrowheads="1"/>
            </p:cNvSpPr>
            <p:nvPr/>
          </p:nvSpPr>
          <p:spPr bwMode="auto">
            <a:xfrm>
              <a:off x="971550" y="1916832"/>
              <a:ext cx="7429500" cy="792088"/>
            </a:xfrm>
            <a:prstGeom prst="roundRect">
              <a:avLst>
                <a:gd name="adj" fmla="val 9741"/>
              </a:avLst>
            </a:prstGeom>
            <a:gradFill rotWithShape="1">
              <a:gsLst>
                <a:gs pos="0">
                  <a:srgbClr val="FFFFFF"/>
                </a:gs>
                <a:gs pos="100000">
                  <a:srgbClr val="DDDDDD"/>
                </a:gs>
              </a:gsLst>
              <a:lin ang="5400000" scaled="1"/>
            </a:gradFill>
            <a:ln w="19050" algn="ctr">
              <a:solidFill>
                <a:srgbClr val="0070C0">
                  <a:alpha val="50000"/>
                </a:srgbClr>
              </a:solidFill>
              <a:round/>
              <a:headEnd/>
              <a:tailEnd/>
            </a:ln>
            <a:effectLst>
              <a:outerShdw dist="45791" dir="3378596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1600" kern="0">
                <a:solidFill>
                  <a:sysClr val="windowText" lastClr="000000"/>
                </a:solidFill>
                <a:latin typeface="HY헤드라인M" pitchFamily="18" charset="-127"/>
                <a:ea typeface="HY헤드라인M" pitchFamily="18" charset="-127"/>
              </a:endParaRPr>
            </a:p>
          </p:txBody>
        </p:sp>
        <p:sp>
          <p:nvSpPr>
            <p:cNvPr id="14" name="TextBox 59"/>
            <p:cNvSpPr txBox="1">
              <a:spLocks noChangeArrowheads="1"/>
            </p:cNvSpPr>
            <p:nvPr/>
          </p:nvSpPr>
          <p:spPr bwMode="auto">
            <a:xfrm>
              <a:off x="1187624" y="2113364"/>
              <a:ext cx="7213426" cy="404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indent="176213">
                <a:lnSpc>
                  <a:spcPct val="150000"/>
                </a:lnSpc>
                <a:spcBef>
                  <a:spcPts val="0"/>
                </a:spcBef>
                <a:buFontTx/>
                <a:buBlip>
                  <a:blip r:embed="rId3"/>
                </a:buBlip>
              </a:pPr>
              <a:r>
                <a:rPr lang="ko-KR" altLang="en-US" sz="1600" dirty="0" smtClean="0">
                  <a:latin typeface="HY헤드라인M" pitchFamily="18" charset="-127"/>
                  <a:ea typeface="HY헤드라인M" pitchFamily="18" charset="-127"/>
                </a:rPr>
                <a:t>전담기관별 규정  존재로 학습 시간이 장기화</a:t>
              </a:r>
              <a:endParaRPr lang="en-US" altLang="ko-KR" sz="1600" dirty="0">
                <a:latin typeface="HY헤드라인M" pitchFamily="18" charset="-127"/>
                <a:ea typeface="HY헤드라인M" pitchFamily="18" charset="-127"/>
              </a:endParaRPr>
            </a:p>
          </p:txBody>
        </p:sp>
      </p:grpSp>
      <p:grpSp>
        <p:nvGrpSpPr>
          <p:cNvPr id="3" name="그룹 2"/>
          <p:cNvGrpSpPr/>
          <p:nvPr/>
        </p:nvGrpSpPr>
        <p:grpSpPr>
          <a:xfrm>
            <a:off x="971600" y="3501007"/>
            <a:ext cx="7429500" cy="792088"/>
            <a:chOff x="971600" y="2852935"/>
            <a:chExt cx="7429500" cy="792088"/>
          </a:xfrm>
        </p:grpSpPr>
        <p:sp>
          <p:nvSpPr>
            <p:cNvPr id="7" name="AutoShape 9"/>
            <p:cNvSpPr>
              <a:spLocks noChangeArrowheads="1"/>
            </p:cNvSpPr>
            <p:nvPr/>
          </p:nvSpPr>
          <p:spPr bwMode="auto">
            <a:xfrm>
              <a:off x="971600" y="2852935"/>
              <a:ext cx="7429500" cy="792088"/>
            </a:xfrm>
            <a:prstGeom prst="roundRect">
              <a:avLst>
                <a:gd name="adj" fmla="val 9741"/>
              </a:avLst>
            </a:prstGeom>
            <a:gradFill rotWithShape="1">
              <a:gsLst>
                <a:gs pos="0">
                  <a:srgbClr val="FFFFFF"/>
                </a:gs>
                <a:gs pos="100000">
                  <a:srgbClr val="DDDDDD"/>
                </a:gs>
              </a:gsLst>
              <a:lin ang="5400000" scaled="1"/>
            </a:gradFill>
            <a:ln w="19050" algn="ctr">
              <a:solidFill>
                <a:srgbClr val="0070C0">
                  <a:alpha val="50000"/>
                </a:srgbClr>
              </a:solidFill>
              <a:round/>
              <a:headEnd/>
              <a:tailEnd/>
            </a:ln>
            <a:effectLst>
              <a:outerShdw dist="45791" dir="3378596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1600" kern="0">
                <a:solidFill>
                  <a:sysClr val="windowText" lastClr="000000"/>
                </a:solidFill>
                <a:latin typeface="HY헤드라인M" pitchFamily="18" charset="-127"/>
                <a:ea typeface="HY헤드라인M" pitchFamily="18" charset="-127"/>
              </a:endParaRPr>
            </a:p>
          </p:txBody>
        </p:sp>
        <p:sp>
          <p:nvSpPr>
            <p:cNvPr id="8" name="TextBox 59"/>
            <p:cNvSpPr txBox="1">
              <a:spLocks noChangeArrowheads="1"/>
            </p:cNvSpPr>
            <p:nvPr/>
          </p:nvSpPr>
          <p:spPr bwMode="auto">
            <a:xfrm>
              <a:off x="1187624" y="3024786"/>
              <a:ext cx="7213426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indent="176213">
                <a:lnSpc>
                  <a:spcPct val="150000"/>
                </a:lnSpc>
                <a:spcBef>
                  <a:spcPts val="0"/>
                </a:spcBef>
                <a:buFontTx/>
                <a:buBlip>
                  <a:blip r:embed="rId3"/>
                </a:buBlip>
              </a:pPr>
              <a:r>
                <a:rPr lang="ko-KR" altLang="en-US" sz="1600" dirty="0" smtClean="0">
                  <a:latin typeface="HY헤드라인M" pitchFamily="18" charset="-127"/>
                  <a:ea typeface="HY헤드라인M" pitchFamily="18" charset="-127"/>
                </a:rPr>
                <a:t>정산을 위한 회계법인과의 지속적인 마찰 발생</a:t>
              </a:r>
              <a:endParaRPr lang="en-US" altLang="ko-KR" sz="1600" dirty="0">
                <a:latin typeface="HY헤드라인M" pitchFamily="18" charset="-127"/>
                <a:ea typeface="HY헤드라인M" pitchFamily="18" charset="-127"/>
              </a:endParaRPr>
            </a:p>
          </p:txBody>
        </p:sp>
      </p:grpSp>
      <p:grpSp>
        <p:nvGrpSpPr>
          <p:cNvPr id="5" name="그룹 4"/>
          <p:cNvGrpSpPr/>
          <p:nvPr/>
        </p:nvGrpSpPr>
        <p:grpSpPr>
          <a:xfrm>
            <a:off x="971600" y="4653136"/>
            <a:ext cx="7429500" cy="792088"/>
            <a:chOff x="971600" y="3789039"/>
            <a:chExt cx="7429500" cy="792088"/>
          </a:xfrm>
        </p:grpSpPr>
        <p:sp>
          <p:nvSpPr>
            <p:cNvPr id="9" name="AutoShape 9"/>
            <p:cNvSpPr>
              <a:spLocks noChangeArrowheads="1"/>
            </p:cNvSpPr>
            <p:nvPr/>
          </p:nvSpPr>
          <p:spPr bwMode="auto">
            <a:xfrm>
              <a:off x="971600" y="3789039"/>
              <a:ext cx="7429500" cy="792088"/>
            </a:xfrm>
            <a:prstGeom prst="roundRect">
              <a:avLst>
                <a:gd name="adj" fmla="val 9741"/>
              </a:avLst>
            </a:prstGeom>
            <a:gradFill rotWithShape="1">
              <a:gsLst>
                <a:gs pos="0">
                  <a:srgbClr val="FFFFFF"/>
                </a:gs>
                <a:gs pos="100000">
                  <a:srgbClr val="DDDDDD"/>
                </a:gs>
              </a:gsLst>
              <a:lin ang="5400000" scaled="1"/>
            </a:gradFill>
            <a:ln w="19050" algn="ctr">
              <a:solidFill>
                <a:srgbClr val="0070C0">
                  <a:alpha val="50000"/>
                </a:srgbClr>
              </a:solidFill>
              <a:round/>
              <a:headEnd/>
              <a:tailEnd/>
            </a:ln>
            <a:effectLst>
              <a:outerShdw dist="45791" dir="3378596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1600" kern="0">
                <a:solidFill>
                  <a:sysClr val="windowText" lastClr="000000"/>
                </a:solidFill>
                <a:latin typeface="HY헤드라인M" pitchFamily="18" charset="-127"/>
                <a:ea typeface="HY헤드라인M" pitchFamily="18" charset="-127"/>
              </a:endParaRPr>
            </a:p>
          </p:txBody>
        </p:sp>
        <p:sp>
          <p:nvSpPr>
            <p:cNvPr id="10" name="TextBox 59"/>
            <p:cNvSpPr txBox="1">
              <a:spLocks noChangeArrowheads="1"/>
            </p:cNvSpPr>
            <p:nvPr/>
          </p:nvSpPr>
          <p:spPr bwMode="auto">
            <a:xfrm>
              <a:off x="1187624" y="3960890"/>
              <a:ext cx="7213426" cy="404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indent="176213">
                <a:lnSpc>
                  <a:spcPct val="150000"/>
                </a:lnSpc>
                <a:spcBef>
                  <a:spcPts val="0"/>
                </a:spcBef>
                <a:buFontTx/>
                <a:buBlip>
                  <a:blip r:embed="rId3"/>
                </a:buBlip>
              </a:pPr>
              <a:r>
                <a:rPr lang="ko-KR" altLang="en-US" sz="1600" dirty="0" smtClean="0">
                  <a:latin typeface="HY헤드라인M" pitchFamily="18" charset="-127"/>
                  <a:ea typeface="HY헤드라인M" pitchFamily="18" charset="-127"/>
                </a:rPr>
                <a:t>불필요한 인건비 관리</a:t>
              </a:r>
              <a:r>
                <a:rPr lang="en-US" altLang="ko-KR" sz="1600" dirty="0" smtClean="0">
                  <a:latin typeface="HY헤드라인M" pitchFamily="18" charset="-127"/>
                  <a:ea typeface="HY헤드라인M" pitchFamily="18" charset="-127"/>
                </a:rPr>
                <a:t>(M/Y</a:t>
              </a:r>
              <a:r>
                <a:rPr lang="ko-KR" altLang="en-US" sz="1600" dirty="0" smtClean="0">
                  <a:latin typeface="HY헤드라인M" pitchFamily="18" charset="-127"/>
                  <a:ea typeface="HY헤드라인M" pitchFamily="18" charset="-127"/>
                </a:rPr>
                <a:t>관리가 아니고 </a:t>
              </a:r>
              <a:r>
                <a:rPr lang="en-US" altLang="ko-KR" sz="1600" dirty="0" smtClean="0">
                  <a:latin typeface="HY헤드라인M" pitchFamily="18" charset="-127"/>
                  <a:ea typeface="HY헤드라인M" pitchFamily="18" charset="-127"/>
                </a:rPr>
                <a:t>M/M</a:t>
              </a:r>
              <a:r>
                <a:rPr lang="ko-KR" altLang="en-US" sz="1600" dirty="0" smtClean="0">
                  <a:latin typeface="HY헤드라인M" pitchFamily="18" charset="-127"/>
                  <a:ea typeface="HY헤드라인M" pitchFamily="18" charset="-127"/>
                </a:rPr>
                <a:t>관리</a:t>
              </a:r>
              <a:r>
                <a:rPr lang="en-US" altLang="ko-KR" sz="1600" dirty="0" smtClean="0">
                  <a:latin typeface="HY헤드라인M" pitchFamily="18" charset="-127"/>
                  <a:ea typeface="HY헤드라인M" pitchFamily="18" charset="-127"/>
                </a:rPr>
                <a:t>)</a:t>
              </a:r>
              <a:endParaRPr lang="en-US" altLang="ko-KR" sz="1600" dirty="0">
                <a:latin typeface="HY헤드라인M" pitchFamily="18" charset="-127"/>
                <a:ea typeface="HY헤드라인M" pitchFamily="18" charset="-127"/>
              </a:endParaRPr>
            </a:p>
          </p:txBody>
        </p:sp>
      </p:grpSp>
      <p:pic>
        <p:nvPicPr>
          <p:cNvPr id="16" name="Picture 4"/>
          <p:cNvPicPr>
            <a:picLocks noChangeAspect="1" noChangeArrowheads="1"/>
          </p:cNvPicPr>
          <p:nvPr/>
        </p:nvPicPr>
        <p:blipFill>
          <a:blip r:embed="rId4" cstate="print">
            <a:duotone>
              <a:prstClr val="black"/>
              <a:schemeClr val="accent5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1095398" y="666775"/>
            <a:ext cx="6905625" cy="962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 bwMode="auto">
          <a:xfrm>
            <a:off x="1032555" y="880428"/>
            <a:ext cx="6929454" cy="507831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2921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2700" b="1" i="1" spc="-150" dirty="0" smtClean="0">
                <a:ln>
                  <a:solidFill>
                    <a:schemeClr val="bg1">
                      <a:lumMod val="85000"/>
                    </a:schemeClr>
                  </a:solidFill>
                  <a:prstDash val="solid"/>
                </a:ln>
                <a:gradFill rotWithShape="1">
                  <a:gsLst>
                    <a:gs pos="0">
                      <a:schemeClr val="bg1">
                        <a:lumMod val="85000"/>
                      </a:schemeClr>
                    </a:gs>
                    <a:gs pos="40000">
                      <a:schemeClr val="bg1"/>
                    </a:gs>
                    <a:gs pos="50000">
                      <a:schemeClr val="bg1">
                        <a:lumMod val="65000"/>
                      </a:schemeClr>
                    </a:gs>
                    <a:gs pos="6800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5400000"/>
                </a:gradFill>
                <a:effectLst>
                  <a:outerShdw blurRad="50800" dist="38100" dir="5040000" algn="tl">
                    <a:schemeClr val="tx1">
                      <a:alpha val="70000"/>
                    </a:schemeClr>
                  </a:outerShdw>
                </a:effectLst>
                <a:latin typeface="HY견고딕"/>
                <a:ea typeface="HY견고딕"/>
              </a:rPr>
              <a:t>『</a:t>
            </a:r>
            <a:r>
              <a:rPr kumimoji="0" lang="ko-KR" altLang="en-US" sz="2700" b="1" i="1" spc="-150" dirty="0" smtClean="0">
                <a:ln>
                  <a:solidFill>
                    <a:schemeClr val="bg1">
                      <a:lumMod val="85000"/>
                    </a:schemeClr>
                  </a:solidFill>
                  <a:prstDash val="solid"/>
                </a:ln>
                <a:gradFill rotWithShape="1">
                  <a:gsLst>
                    <a:gs pos="0">
                      <a:schemeClr val="bg1">
                        <a:lumMod val="85000"/>
                      </a:schemeClr>
                    </a:gs>
                    <a:gs pos="40000">
                      <a:schemeClr val="bg1"/>
                    </a:gs>
                    <a:gs pos="50000">
                      <a:schemeClr val="bg1">
                        <a:lumMod val="65000"/>
                      </a:schemeClr>
                    </a:gs>
                    <a:gs pos="6800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5400000"/>
                </a:gradFill>
                <a:effectLst>
                  <a:outerShdw blurRad="50800" dist="38100" dir="5040000" algn="tl">
                    <a:schemeClr val="tx1">
                      <a:alpha val="70000"/>
                    </a:schemeClr>
                  </a:outerShdw>
                </a:effectLst>
                <a:latin typeface="HY견고딕"/>
                <a:ea typeface="HY견고딕"/>
              </a:rPr>
              <a:t>전담 </a:t>
            </a:r>
            <a:r>
              <a:rPr kumimoji="0" lang="en-US" altLang="ko-KR" sz="2700" b="1" i="1" spc="-150" dirty="0" smtClean="0">
                <a:ln>
                  <a:solidFill>
                    <a:schemeClr val="bg1">
                      <a:lumMod val="85000"/>
                    </a:schemeClr>
                  </a:solidFill>
                  <a:prstDash val="solid"/>
                </a:ln>
                <a:gradFill rotWithShape="1">
                  <a:gsLst>
                    <a:gs pos="0">
                      <a:schemeClr val="bg1">
                        <a:lumMod val="85000"/>
                      </a:schemeClr>
                    </a:gs>
                    <a:gs pos="40000">
                      <a:schemeClr val="bg1"/>
                    </a:gs>
                    <a:gs pos="50000">
                      <a:schemeClr val="bg1">
                        <a:lumMod val="65000"/>
                      </a:schemeClr>
                    </a:gs>
                    <a:gs pos="6800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5400000"/>
                </a:gradFill>
                <a:effectLst>
                  <a:outerShdw blurRad="50800" dist="38100" dir="5040000" algn="tl">
                    <a:schemeClr val="tx1">
                      <a:alpha val="70000"/>
                    </a:schemeClr>
                  </a:outerShdw>
                </a:effectLst>
                <a:latin typeface="HY견고딕"/>
                <a:ea typeface="HY견고딕"/>
              </a:rPr>
              <a:t>/</a:t>
            </a:r>
            <a:r>
              <a:rPr kumimoji="0" lang="ko-KR" altLang="en-US" sz="2700" b="1" i="1" spc="-150" dirty="0" smtClean="0">
                <a:ln>
                  <a:solidFill>
                    <a:schemeClr val="bg1">
                      <a:lumMod val="85000"/>
                    </a:schemeClr>
                  </a:solidFill>
                  <a:prstDash val="solid"/>
                </a:ln>
                <a:gradFill rotWithShape="1">
                  <a:gsLst>
                    <a:gs pos="0">
                      <a:schemeClr val="bg1">
                        <a:lumMod val="85000"/>
                      </a:schemeClr>
                    </a:gs>
                    <a:gs pos="40000">
                      <a:schemeClr val="bg1"/>
                    </a:gs>
                    <a:gs pos="50000">
                      <a:schemeClr val="bg1">
                        <a:lumMod val="65000"/>
                      </a:schemeClr>
                    </a:gs>
                    <a:gs pos="6800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5400000"/>
                </a:gradFill>
                <a:effectLst>
                  <a:outerShdw blurRad="50800" dist="38100" dir="5040000" algn="tl">
                    <a:schemeClr val="tx1">
                      <a:alpha val="70000"/>
                    </a:schemeClr>
                  </a:outerShdw>
                </a:effectLst>
                <a:latin typeface="HY견고딕"/>
                <a:ea typeface="HY견고딕"/>
              </a:rPr>
              <a:t>전문기관 </a:t>
            </a:r>
            <a:r>
              <a:rPr kumimoji="0" lang="ko-KR" altLang="en-US" sz="2700" b="1" i="1" spc="-150" dirty="0" smtClean="0">
                <a:ln>
                  <a:solidFill>
                    <a:schemeClr val="bg1">
                      <a:lumMod val="85000"/>
                    </a:schemeClr>
                  </a:solidFill>
                  <a:prstDash val="solid"/>
                </a:ln>
                <a:gradFill rotWithShape="1">
                  <a:gsLst>
                    <a:gs pos="0">
                      <a:schemeClr val="bg1">
                        <a:lumMod val="85000"/>
                      </a:schemeClr>
                    </a:gs>
                    <a:gs pos="40000">
                      <a:schemeClr val="bg1"/>
                    </a:gs>
                    <a:gs pos="50000">
                      <a:schemeClr val="bg1">
                        <a:lumMod val="65000"/>
                      </a:schemeClr>
                    </a:gs>
                    <a:gs pos="6800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5400000"/>
                </a:gradFill>
                <a:effectLst>
                  <a:outerShdw blurRad="50800" dist="38100" dir="5040000" algn="tl">
                    <a:schemeClr val="tx1">
                      <a:alpha val="70000"/>
                    </a:schemeClr>
                  </a:outerShdw>
                </a:effectLst>
                <a:latin typeface="HY견고딕"/>
                <a:ea typeface="HY견고딕"/>
              </a:rPr>
              <a:t>연구관</a:t>
            </a:r>
            <a:r>
              <a:rPr kumimoji="0" lang="ko-KR" altLang="en-US" sz="2700" b="1" i="1" spc="-150" dirty="0">
                <a:ln>
                  <a:solidFill>
                    <a:schemeClr val="bg1">
                      <a:lumMod val="85000"/>
                    </a:schemeClr>
                  </a:solidFill>
                  <a:prstDash val="solid"/>
                </a:ln>
                <a:gradFill rotWithShape="1">
                  <a:gsLst>
                    <a:gs pos="0">
                      <a:schemeClr val="bg1">
                        <a:lumMod val="85000"/>
                      </a:schemeClr>
                    </a:gs>
                    <a:gs pos="40000">
                      <a:schemeClr val="bg1"/>
                    </a:gs>
                    <a:gs pos="50000">
                      <a:schemeClr val="bg1">
                        <a:lumMod val="65000"/>
                      </a:schemeClr>
                    </a:gs>
                    <a:gs pos="6800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5400000"/>
                </a:gradFill>
                <a:effectLst>
                  <a:outerShdw blurRad="50800" dist="38100" dir="5040000" algn="tl">
                    <a:schemeClr val="tx1">
                      <a:alpha val="70000"/>
                    </a:schemeClr>
                  </a:outerShdw>
                </a:effectLst>
                <a:latin typeface="HY견고딕"/>
                <a:ea typeface="HY견고딕"/>
              </a:rPr>
              <a:t>리</a:t>
            </a:r>
            <a:r>
              <a:rPr kumimoji="0" lang="ko-KR" altLang="en-US" sz="2700" b="1" i="1" spc="-150" dirty="0" smtClean="0">
                <a:ln>
                  <a:solidFill>
                    <a:schemeClr val="bg1">
                      <a:lumMod val="85000"/>
                    </a:schemeClr>
                  </a:solidFill>
                  <a:prstDash val="solid"/>
                </a:ln>
                <a:gradFill rotWithShape="1">
                  <a:gsLst>
                    <a:gs pos="0">
                      <a:schemeClr val="bg1">
                        <a:lumMod val="85000"/>
                      </a:schemeClr>
                    </a:gs>
                    <a:gs pos="40000">
                      <a:schemeClr val="bg1"/>
                    </a:gs>
                    <a:gs pos="50000">
                      <a:schemeClr val="bg1">
                        <a:lumMod val="65000"/>
                      </a:schemeClr>
                    </a:gs>
                    <a:gs pos="6800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5400000"/>
                </a:gradFill>
                <a:effectLst>
                  <a:outerShdw blurRad="50800" dist="38100" dir="5040000" algn="tl">
                    <a:schemeClr val="tx1">
                      <a:alpha val="70000"/>
                    </a:schemeClr>
                  </a:outerShdw>
                </a:effectLst>
                <a:latin typeface="HY견고딕"/>
                <a:ea typeface="HY견고딕"/>
              </a:rPr>
              <a:t>의 문제점</a:t>
            </a:r>
            <a:r>
              <a:rPr kumimoji="0" lang="en-US" altLang="ko-KR" sz="2700" b="1" spc="-150" dirty="0" smtClean="0">
                <a:ln>
                  <a:solidFill>
                    <a:schemeClr val="bg1">
                      <a:lumMod val="85000"/>
                    </a:schemeClr>
                  </a:solidFill>
                  <a:prstDash val="solid"/>
                </a:ln>
                <a:gradFill rotWithShape="1">
                  <a:gsLst>
                    <a:gs pos="0">
                      <a:schemeClr val="bg1">
                        <a:lumMod val="85000"/>
                      </a:schemeClr>
                    </a:gs>
                    <a:gs pos="40000">
                      <a:schemeClr val="bg1"/>
                    </a:gs>
                    <a:gs pos="50000">
                      <a:schemeClr val="bg1">
                        <a:lumMod val="65000"/>
                      </a:schemeClr>
                    </a:gs>
                    <a:gs pos="6800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5400000"/>
                </a:gradFill>
                <a:effectLst>
                  <a:outerShdw blurRad="50800" dist="38100" dir="5040000" algn="tl">
                    <a:schemeClr val="tx1">
                      <a:alpha val="70000"/>
                    </a:schemeClr>
                  </a:outerShdw>
                </a:effectLst>
                <a:latin typeface="HY견고딕"/>
                <a:ea typeface="HY견고딕"/>
              </a:rPr>
              <a:t>』</a:t>
            </a:r>
            <a:endParaRPr kumimoji="0" lang="ko-KR" altLang="en-US" sz="2700" b="1" spc="-150" dirty="0">
              <a:ln>
                <a:solidFill>
                  <a:schemeClr val="bg1">
                    <a:lumMod val="85000"/>
                  </a:schemeClr>
                </a:solidFill>
                <a:prstDash val="solid"/>
              </a:ln>
              <a:gradFill rotWithShape="1">
                <a:gsLst>
                  <a:gs pos="0">
                    <a:schemeClr val="bg1">
                      <a:lumMod val="85000"/>
                    </a:schemeClr>
                  </a:gs>
                  <a:gs pos="40000">
                    <a:schemeClr val="bg1"/>
                  </a:gs>
                  <a:gs pos="50000">
                    <a:schemeClr val="bg1">
                      <a:lumMod val="65000"/>
                    </a:schemeClr>
                  </a:gs>
                  <a:gs pos="6800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5400000"/>
              </a:gradFill>
              <a:effectLst>
                <a:outerShdw blurRad="50800" dist="38100" dir="5040000" algn="tl">
                  <a:schemeClr val="tx1">
                    <a:alpha val="70000"/>
                  </a:schemeClr>
                </a:outerShdw>
              </a:effectLst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8715404" y="6429396"/>
            <a:ext cx="428628" cy="428628"/>
          </a:xfrm>
          <a:prstGeom prst="rect">
            <a:avLst/>
          </a:prstGeom>
          <a:gradFill>
            <a:gsLst>
              <a:gs pos="0">
                <a:schemeClr val="accent6">
                  <a:shade val="51000"/>
                  <a:satMod val="130000"/>
                  <a:alpha val="0"/>
                </a:schemeClr>
              </a:gs>
              <a:gs pos="80000">
                <a:schemeClr val="accent6">
                  <a:shade val="93000"/>
                  <a:satMod val="130000"/>
                </a:schemeClr>
              </a:gs>
              <a:gs pos="100000">
                <a:schemeClr val="accent6">
                  <a:shade val="94000"/>
                  <a:satMod val="135000"/>
                </a:schemeClr>
              </a:gs>
            </a:gsLst>
            <a:lin ang="3600000" scaled="0"/>
          </a:gra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5000"/>
              </a:lnSpc>
              <a:defRPr/>
            </a:pPr>
            <a:r>
              <a:rPr lang="en-US" altLang="ko-KR" b="1" spc="-150" dirty="0" smtClean="0">
                <a:solidFill>
                  <a:srgbClr val="000000"/>
                </a:solidFill>
              </a:rPr>
              <a:t>2</a:t>
            </a:r>
            <a:endParaRPr lang="ko-KR" altLang="en-US" b="1" spc="-15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919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3" cstate="print">
            <a:duotone>
              <a:prstClr val="black"/>
              <a:schemeClr val="accent5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1116215" y="116632"/>
            <a:ext cx="6905625" cy="962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 bwMode="auto">
          <a:xfrm>
            <a:off x="1032555" y="328881"/>
            <a:ext cx="6929454" cy="507831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2921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2700" b="1" spc="-150" dirty="0" smtClean="0">
                <a:ln>
                  <a:solidFill>
                    <a:schemeClr val="bg1">
                      <a:lumMod val="85000"/>
                    </a:schemeClr>
                  </a:solidFill>
                  <a:prstDash val="solid"/>
                </a:ln>
                <a:gradFill rotWithShape="1">
                  <a:gsLst>
                    <a:gs pos="0">
                      <a:schemeClr val="bg1">
                        <a:lumMod val="85000"/>
                      </a:schemeClr>
                    </a:gs>
                    <a:gs pos="40000">
                      <a:schemeClr val="bg1"/>
                    </a:gs>
                    <a:gs pos="50000">
                      <a:schemeClr val="bg1">
                        <a:lumMod val="65000"/>
                      </a:schemeClr>
                    </a:gs>
                    <a:gs pos="6800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5400000"/>
                </a:gradFill>
                <a:effectLst>
                  <a:outerShdw blurRad="50800" dist="38100" dir="5040000" algn="tl">
                    <a:schemeClr val="tx1">
                      <a:alpha val="70000"/>
                    </a:scheme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출연</a:t>
            </a:r>
            <a:r>
              <a:rPr kumimoji="0" lang="en-US" altLang="ko-KR" sz="2700" b="1" spc="-150" dirty="0" smtClean="0">
                <a:ln>
                  <a:solidFill>
                    <a:schemeClr val="bg1">
                      <a:lumMod val="85000"/>
                    </a:schemeClr>
                  </a:solidFill>
                  <a:prstDash val="solid"/>
                </a:ln>
                <a:gradFill rotWithShape="1">
                  <a:gsLst>
                    <a:gs pos="0">
                      <a:schemeClr val="bg1">
                        <a:lumMod val="85000"/>
                      </a:schemeClr>
                    </a:gs>
                    <a:gs pos="40000">
                      <a:schemeClr val="bg1"/>
                    </a:gs>
                    <a:gs pos="50000">
                      <a:schemeClr val="bg1">
                        <a:lumMod val="65000"/>
                      </a:schemeClr>
                    </a:gs>
                    <a:gs pos="6800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5400000"/>
                </a:gradFill>
                <a:effectLst>
                  <a:outerShdw blurRad="50800" dist="38100" dir="5040000" algn="tl">
                    <a:schemeClr val="tx1">
                      <a:alpha val="70000"/>
                    </a:scheme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(</a:t>
            </a:r>
            <a:r>
              <a:rPr kumimoji="0" lang="ko-KR" altLang="en-US" sz="2700" b="1" spc="-150" dirty="0" smtClean="0">
                <a:ln>
                  <a:solidFill>
                    <a:schemeClr val="bg1">
                      <a:lumMod val="85000"/>
                    </a:schemeClr>
                  </a:solidFill>
                  <a:prstDash val="solid"/>
                </a:ln>
                <a:gradFill rotWithShape="1">
                  <a:gsLst>
                    <a:gs pos="0">
                      <a:schemeClr val="bg1">
                        <a:lumMod val="85000"/>
                      </a:schemeClr>
                    </a:gs>
                    <a:gs pos="40000">
                      <a:schemeClr val="bg1"/>
                    </a:gs>
                    <a:gs pos="50000">
                      <a:schemeClr val="bg1">
                        <a:lumMod val="65000"/>
                      </a:schemeClr>
                    </a:gs>
                    <a:gs pos="6800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5400000"/>
                </a:gradFill>
                <a:effectLst>
                  <a:outerShdw blurRad="50800" dist="38100" dir="5040000" algn="tl">
                    <a:schemeClr val="tx1">
                      <a:alpha val="70000"/>
                    </a:scheme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연</a:t>
            </a:r>
            <a:r>
              <a:rPr kumimoji="0" lang="en-US" altLang="ko-KR" sz="2700" b="1" spc="-150" dirty="0" smtClean="0">
                <a:ln>
                  <a:solidFill>
                    <a:schemeClr val="bg1">
                      <a:lumMod val="85000"/>
                    </a:schemeClr>
                  </a:solidFill>
                  <a:prstDash val="solid"/>
                </a:ln>
                <a:gradFill rotWithShape="1">
                  <a:gsLst>
                    <a:gs pos="0">
                      <a:schemeClr val="bg1">
                        <a:lumMod val="85000"/>
                      </a:schemeClr>
                    </a:gs>
                    <a:gs pos="40000">
                      <a:schemeClr val="bg1"/>
                    </a:gs>
                    <a:gs pos="50000">
                      <a:schemeClr val="bg1">
                        <a:lumMod val="65000"/>
                      </a:schemeClr>
                    </a:gs>
                    <a:gs pos="6800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5400000"/>
                </a:gradFill>
                <a:effectLst>
                  <a:outerShdw blurRad="50800" dist="38100" dir="5040000" algn="tl">
                    <a:schemeClr val="tx1">
                      <a:alpha val="70000"/>
                    </a:scheme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)</a:t>
            </a:r>
            <a:r>
              <a:rPr kumimoji="0" lang="ko-KR" altLang="en-US" sz="2700" b="1" spc="-150" dirty="0" smtClean="0">
                <a:ln>
                  <a:solidFill>
                    <a:schemeClr val="bg1">
                      <a:lumMod val="85000"/>
                    </a:schemeClr>
                  </a:solidFill>
                  <a:prstDash val="solid"/>
                </a:ln>
                <a:gradFill rotWithShape="1">
                  <a:gsLst>
                    <a:gs pos="0">
                      <a:schemeClr val="bg1">
                        <a:lumMod val="85000"/>
                      </a:schemeClr>
                    </a:gs>
                    <a:gs pos="40000">
                      <a:schemeClr val="bg1"/>
                    </a:gs>
                    <a:gs pos="50000">
                      <a:schemeClr val="bg1">
                        <a:lumMod val="65000"/>
                      </a:schemeClr>
                    </a:gs>
                    <a:gs pos="6800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5400000"/>
                </a:gradFill>
                <a:effectLst>
                  <a:outerShdw blurRad="50800" dist="38100" dir="5040000" algn="tl">
                    <a:schemeClr val="tx1">
                      <a:alpha val="70000"/>
                    </a:scheme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 연구사업예산 </a:t>
            </a:r>
            <a:r>
              <a:rPr kumimoji="0" lang="ko-KR" altLang="en-US" sz="2700" b="1" spc="-150" dirty="0" smtClean="0">
                <a:ln>
                  <a:solidFill>
                    <a:schemeClr val="bg1">
                      <a:lumMod val="85000"/>
                    </a:schemeClr>
                  </a:solidFill>
                  <a:prstDash val="solid"/>
                </a:ln>
                <a:gradFill rotWithShape="1">
                  <a:gsLst>
                    <a:gs pos="0">
                      <a:schemeClr val="bg1">
                        <a:lumMod val="85000"/>
                      </a:schemeClr>
                    </a:gs>
                    <a:gs pos="40000">
                      <a:schemeClr val="bg1"/>
                    </a:gs>
                    <a:gs pos="50000">
                      <a:schemeClr val="bg1">
                        <a:lumMod val="65000"/>
                      </a:schemeClr>
                    </a:gs>
                    <a:gs pos="6800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5400000"/>
                </a:gradFill>
                <a:effectLst>
                  <a:outerShdw blurRad="50800" dist="38100" dir="5040000" algn="tl">
                    <a:schemeClr val="tx1">
                      <a:alpha val="70000"/>
                    </a:scheme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비목 </a:t>
            </a:r>
            <a:r>
              <a:rPr kumimoji="0" lang="en-US" altLang="ko-KR" sz="2700" b="1" spc="-150" dirty="0" smtClean="0">
                <a:ln>
                  <a:solidFill>
                    <a:schemeClr val="bg1">
                      <a:lumMod val="85000"/>
                    </a:schemeClr>
                  </a:solidFill>
                  <a:prstDash val="solid"/>
                </a:ln>
                <a:gradFill rotWithShape="1">
                  <a:gsLst>
                    <a:gs pos="0">
                      <a:schemeClr val="bg1">
                        <a:lumMod val="85000"/>
                      </a:schemeClr>
                    </a:gs>
                    <a:gs pos="40000">
                      <a:schemeClr val="bg1"/>
                    </a:gs>
                    <a:gs pos="50000">
                      <a:schemeClr val="bg1">
                        <a:lumMod val="65000"/>
                      </a:schemeClr>
                    </a:gs>
                    <a:gs pos="6800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5400000"/>
                </a:gradFill>
                <a:effectLst>
                  <a:outerShdw blurRad="50800" dist="38100" dir="5040000" algn="tl">
                    <a:schemeClr val="tx1">
                      <a:alpha val="70000"/>
                    </a:scheme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- </a:t>
            </a:r>
            <a:r>
              <a:rPr kumimoji="0" lang="ko-KR" altLang="en-US" sz="2700" b="1" spc="-150" dirty="0" err="1" smtClean="0">
                <a:ln>
                  <a:solidFill>
                    <a:schemeClr val="bg1">
                      <a:lumMod val="85000"/>
                    </a:schemeClr>
                  </a:solidFill>
                  <a:prstDash val="solid"/>
                </a:ln>
                <a:gradFill rotWithShape="1">
                  <a:gsLst>
                    <a:gs pos="0">
                      <a:schemeClr val="bg1">
                        <a:lumMod val="85000"/>
                      </a:schemeClr>
                    </a:gs>
                    <a:gs pos="40000">
                      <a:schemeClr val="bg1"/>
                    </a:gs>
                    <a:gs pos="50000">
                      <a:schemeClr val="bg1">
                        <a:lumMod val="65000"/>
                      </a:schemeClr>
                    </a:gs>
                    <a:gs pos="6800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5400000"/>
                </a:gradFill>
                <a:effectLst>
                  <a:outerShdw blurRad="50800" dist="38100" dir="5040000" algn="tl">
                    <a:schemeClr val="tx1">
                      <a:alpha val="70000"/>
                    </a:scheme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미래부</a:t>
            </a:r>
            <a:endParaRPr kumimoji="0" lang="ko-KR" altLang="en-US" sz="2700" b="1" spc="-150" dirty="0">
              <a:ln>
                <a:solidFill>
                  <a:schemeClr val="bg1">
                    <a:lumMod val="85000"/>
                  </a:schemeClr>
                </a:solidFill>
                <a:prstDash val="solid"/>
              </a:ln>
              <a:gradFill rotWithShape="1">
                <a:gsLst>
                  <a:gs pos="0">
                    <a:schemeClr val="bg1">
                      <a:lumMod val="85000"/>
                    </a:schemeClr>
                  </a:gs>
                  <a:gs pos="40000">
                    <a:schemeClr val="bg1"/>
                  </a:gs>
                  <a:gs pos="50000">
                    <a:schemeClr val="bg1">
                      <a:lumMod val="65000"/>
                    </a:schemeClr>
                  </a:gs>
                  <a:gs pos="6800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5400000"/>
              </a:gradFill>
              <a:effectLst>
                <a:outerShdw blurRad="50800" dist="38100" dir="5040000" algn="tl">
                  <a:schemeClr val="tx1">
                    <a:alpha val="70000"/>
                  </a:schemeClr>
                </a:outerShdw>
              </a:effectLst>
              <a:latin typeface="HY헤드라인M" pitchFamily="18" charset="-127"/>
              <a:ea typeface="HY헤드라인M" pitchFamily="18" charset="-127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6037274"/>
              </p:ext>
            </p:extLst>
          </p:nvPr>
        </p:nvGraphicFramePr>
        <p:xfrm>
          <a:off x="539552" y="1298024"/>
          <a:ext cx="8424935" cy="540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088"/>
                <a:gridCol w="1152128"/>
                <a:gridCol w="2071407"/>
                <a:gridCol w="1673009"/>
                <a:gridCol w="2736303"/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기 관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구  분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세 목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 smtClean="0"/>
                        <a:t>세세목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세부내역</a:t>
                      </a:r>
                      <a:endParaRPr lang="ko-KR" altLang="en-US" sz="1400" dirty="0"/>
                    </a:p>
                  </a:txBody>
                  <a:tcPr/>
                </a:tc>
              </a:tr>
              <a:tr h="185420">
                <a:tc rowSpan="18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미   </a:t>
                      </a:r>
                      <a:r>
                        <a:rPr lang="ko-KR" altLang="en-US" sz="1200" dirty="0" err="1" smtClean="0"/>
                        <a:t>래</a:t>
                      </a:r>
                      <a:endParaRPr lang="en-US" altLang="ko-KR" sz="1200" dirty="0" smtClean="0"/>
                    </a:p>
                    <a:p>
                      <a:pPr algn="ctr" latinLnBrk="1"/>
                      <a:r>
                        <a:rPr lang="ko-KR" altLang="en-US" sz="1200" dirty="0" smtClean="0"/>
                        <a:t>창   조</a:t>
                      </a:r>
                      <a:endParaRPr lang="en-US" altLang="ko-KR" sz="1200" dirty="0" smtClean="0"/>
                    </a:p>
                    <a:p>
                      <a:pPr algn="ctr" latinLnBrk="1"/>
                      <a:r>
                        <a:rPr lang="ko-KR" altLang="en-US" sz="1200" dirty="0" err="1" smtClean="0"/>
                        <a:t>과학부</a:t>
                      </a:r>
                      <a:endParaRPr lang="ko-KR" altLang="en-US" sz="1200" dirty="0"/>
                    </a:p>
                  </a:txBody>
                  <a:tcPr/>
                </a:tc>
                <a:tc rowSpan="14"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/>
                        <a:t>1. </a:t>
                      </a:r>
                      <a:r>
                        <a:rPr lang="ko-KR" altLang="en-US" sz="1200" dirty="0" smtClean="0"/>
                        <a:t>직접비</a:t>
                      </a:r>
                      <a:endParaRPr lang="ko-KR" altLang="en-US" sz="1200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/>
                        <a:t>1.1. </a:t>
                      </a:r>
                      <a:r>
                        <a:rPr lang="ko-KR" altLang="en-US" sz="1200" dirty="0" smtClean="0"/>
                        <a:t>인건비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smtClean="0"/>
                        <a:t>내부인건비</a:t>
                      </a:r>
                      <a:endParaRPr lang="ko-KR" altLang="en-US" sz="1200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</a:tr>
              <a:tr h="1854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smtClean="0"/>
                        <a:t>외부인건비</a:t>
                      </a:r>
                      <a:endParaRPr lang="ko-KR" altLang="en-US" sz="12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23613">
                <a:tc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/>
                        <a:t>1.2. </a:t>
                      </a:r>
                      <a:r>
                        <a:rPr lang="ko-KR" altLang="en-US" sz="1200" dirty="0" smtClean="0"/>
                        <a:t>연구장비 및 재료비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err="1" smtClean="0"/>
                        <a:t>연구장비비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</a:tr>
              <a:tr h="1811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smtClean="0"/>
                        <a:t>재료비 및 전산처리비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</a:tr>
              <a:tr h="12361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smtClean="0"/>
                        <a:t>시작품제작비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/>
                        <a:t>1.3. </a:t>
                      </a:r>
                      <a:r>
                        <a:rPr lang="ko-KR" altLang="en-US" sz="1200" dirty="0" smtClean="0"/>
                        <a:t>연구활동비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smtClean="0"/>
                        <a:t>여비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smtClean="0"/>
                        <a:t>국외여비</a:t>
                      </a:r>
                      <a:endParaRPr lang="ko-KR" altLang="en-US" sz="1200" dirty="0"/>
                    </a:p>
                  </a:txBody>
                  <a:tcPr/>
                </a:tc>
              </a:tr>
              <a:tr h="1816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err="1" smtClean="0"/>
                        <a:t>수용비및수수료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err="1" smtClean="0"/>
                        <a:t>유인물비</a:t>
                      </a:r>
                      <a:r>
                        <a:rPr lang="en-US" altLang="ko-KR" sz="1200" dirty="0" smtClean="0"/>
                        <a:t>, </a:t>
                      </a:r>
                      <a:r>
                        <a:rPr lang="ko-KR" altLang="en-US" sz="1200" dirty="0" smtClean="0"/>
                        <a:t>수수료</a:t>
                      </a:r>
                      <a:r>
                        <a:rPr lang="en-US" altLang="ko-KR" sz="1200" dirty="0" smtClean="0"/>
                        <a:t>,, </a:t>
                      </a:r>
                      <a:r>
                        <a:rPr lang="ko-KR" altLang="en-US" sz="1200" dirty="0" err="1" smtClean="0"/>
                        <a:t>제잡비</a:t>
                      </a:r>
                      <a:r>
                        <a:rPr lang="ko-KR" altLang="en-US" sz="1200" dirty="0" smtClean="0"/>
                        <a:t> 등</a:t>
                      </a:r>
                      <a:endParaRPr lang="ko-KR" altLang="en-US" sz="1200" dirty="0"/>
                    </a:p>
                  </a:txBody>
                  <a:tcPr/>
                </a:tc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smtClean="0"/>
                        <a:t>기술정보활동비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smtClean="0"/>
                        <a:t>정보활동비</a:t>
                      </a:r>
                      <a:r>
                        <a:rPr lang="en-US" altLang="ko-KR" sz="1200" dirty="0" smtClean="0"/>
                        <a:t>, </a:t>
                      </a:r>
                      <a:r>
                        <a:rPr lang="ko-KR" altLang="en-US" sz="1200" dirty="0" smtClean="0"/>
                        <a:t>회의비</a:t>
                      </a:r>
                      <a:r>
                        <a:rPr lang="en-US" altLang="ko-KR" sz="1200" dirty="0" smtClean="0"/>
                        <a:t>, </a:t>
                      </a:r>
                      <a:r>
                        <a:rPr lang="ko-KR" altLang="en-US" sz="1200" dirty="0" err="1" smtClean="0"/>
                        <a:t>기술도입비</a:t>
                      </a:r>
                      <a:r>
                        <a:rPr lang="ko-KR" altLang="en-US" sz="1200" dirty="0" smtClean="0"/>
                        <a:t> 등</a:t>
                      </a:r>
                      <a:endParaRPr lang="ko-KR" altLang="en-US" sz="1200" dirty="0"/>
                    </a:p>
                  </a:txBody>
                  <a:tcPr/>
                </a:tc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smtClean="0"/>
                        <a:t>사업관리비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smtClean="0"/>
                        <a:t>사업관리비</a:t>
                      </a:r>
                      <a:endParaRPr lang="ko-KR" altLang="en-US" sz="1200" dirty="0"/>
                    </a:p>
                  </a:txBody>
                  <a:tcPr/>
                </a:tc>
              </a:tr>
              <a:tr h="123613">
                <a:tc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/>
                        <a:t>1.4. </a:t>
                      </a:r>
                      <a:r>
                        <a:rPr lang="ko-KR" altLang="en-US" sz="1200" dirty="0" smtClean="0"/>
                        <a:t>연구과제추진비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smtClean="0"/>
                        <a:t>국내여비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</a:tr>
              <a:tr h="15070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smtClean="0"/>
                        <a:t>회의</a:t>
                      </a:r>
                      <a:r>
                        <a:rPr lang="en-US" altLang="ko-KR" sz="1200" dirty="0" smtClean="0"/>
                        <a:t>-</a:t>
                      </a:r>
                      <a:r>
                        <a:rPr lang="ko-KR" altLang="en-US" sz="1200" dirty="0" smtClean="0"/>
                        <a:t>야근식대 </a:t>
                      </a:r>
                      <a:r>
                        <a:rPr lang="ko-KR" altLang="en-US" sz="1200" dirty="0" err="1" smtClean="0"/>
                        <a:t>다과비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</a:tr>
              <a:tr h="12361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err="1" smtClean="0"/>
                        <a:t>사무용품비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</a:tr>
              <a:tr h="185420">
                <a:tc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/>
                        <a:t>1.5. </a:t>
                      </a:r>
                      <a:r>
                        <a:rPr lang="ko-KR" altLang="en-US" sz="1200" dirty="0" smtClean="0"/>
                        <a:t>연구수당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</a:tr>
              <a:tr h="1854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/>
                        <a:t>1.6. </a:t>
                      </a:r>
                      <a:r>
                        <a:rPr lang="ko-KR" altLang="en-US" sz="1200" dirty="0" smtClean="0"/>
                        <a:t>위탁연구개발비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smtClean="0"/>
                        <a:t>국내 위탁</a:t>
                      </a:r>
                      <a:r>
                        <a:rPr lang="en-US" altLang="ko-KR" sz="1200" dirty="0" smtClean="0"/>
                        <a:t>/ </a:t>
                      </a:r>
                      <a:r>
                        <a:rPr lang="ko-KR" altLang="en-US" sz="1200" dirty="0" smtClean="0"/>
                        <a:t>국외 위탁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/>
                        <a:t>2. </a:t>
                      </a:r>
                      <a:r>
                        <a:rPr lang="ko-KR" altLang="en-US" sz="1200" dirty="0" smtClean="0"/>
                        <a:t>간접비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</a:tr>
              <a:tr h="123613">
                <a:tc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/>
                        <a:t>3. </a:t>
                      </a:r>
                      <a:r>
                        <a:rPr lang="ko-KR" altLang="en-US" sz="1200" dirty="0" smtClean="0"/>
                        <a:t>공동연구비</a:t>
                      </a:r>
                      <a:endParaRPr lang="ko-KR" altLang="en-US" sz="1200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smtClean="0"/>
                        <a:t>국내공동연구비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</a:tr>
              <a:tr h="15070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smtClean="0"/>
                        <a:t>국제공동연구비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</a:tr>
              <a:tr h="12361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smtClean="0"/>
                        <a:t>민간부담금</a:t>
                      </a:r>
                      <a:r>
                        <a:rPr lang="en-US" altLang="ko-KR" sz="1200" dirty="0" smtClean="0"/>
                        <a:t>(</a:t>
                      </a:r>
                      <a:r>
                        <a:rPr lang="ko-KR" altLang="en-US" sz="1200" dirty="0" smtClean="0"/>
                        <a:t>현금</a:t>
                      </a:r>
                      <a:r>
                        <a:rPr lang="en-US" altLang="ko-KR" sz="1200" dirty="0" smtClean="0"/>
                        <a:t>)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직사각형 6"/>
          <p:cNvSpPr/>
          <p:nvPr/>
        </p:nvSpPr>
        <p:spPr>
          <a:xfrm>
            <a:off x="8715404" y="6429396"/>
            <a:ext cx="428628" cy="428628"/>
          </a:xfrm>
          <a:prstGeom prst="rect">
            <a:avLst/>
          </a:prstGeom>
          <a:gradFill>
            <a:gsLst>
              <a:gs pos="0">
                <a:schemeClr val="accent6">
                  <a:shade val="51000"/>
                  <a:satMod val="130000"/>
                  <a:alpha val="0"/>
                </a:schemeClr>
              </a:gs>
              <a:gs pos="80000">
                <a:schemeClr val="accent6">
                  <a:shade val="93000"/>
                  <a:satMod val="130000"/>
                </a:schemeClr>
              </a:gs>
              <a:gs pos="100000">
                <a:schemeClr val="accent6">
                  <a:shade val="94000"/>
                  <a:satMod val="135000"/>
                </a:schemeClr>
              </a:gs>
            </a:gsLst>
            <a:lin ang="3600000" scaled="0"/>
          </a:gra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5000"/>
              </a:lnSpc>
              <a:defRPr/>
            </a:pPr>
            <a:r>
              <a:rPr lang="en-US" altLang="ko-KR" b="1" spc="-150" dirty="0" smtClean="0">
                <a:solidFill>
                  <a:srgbClr val="000000"/>
                </a:solidFill>
              </a:rPr>
              <a:t>39</a:t>
            </a:r>
            <a:endParaRPr lang="ko-KR" altLang="en-US" b="1" spc="-15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1172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/>
        </p:nvGrpSpPr>
        <p:grpSpPr>
          <a:xfrm>
            <a:off x="971550" y="2348880"/>
            <a:ext cx="7429500" cy="792088"/>
            <a:chOff x="971550" y="1916832"/>
            <a:chExt cx="7429500" cy="792088"/>
          </a:xfrm>
        </p:grpSpPr>
        <p:sp>
          <p:nvSpPr>
            <p:cNvPr id="4" name="AutoShape 9"/>
            <p:cNvSpPr>
              <a:spLocks noChangeArrowheads="1"/>
            </p:cNvSpPr>
            <p:nvPr/>
          </p:nvSpPr>
          <p:spPr bwMode="auto">
            <a:xfrm>
              <a:off x="971550" y="1916832"/>
              <a:ext cx="7429500" cy="792088"/>
            </a:xfrm>
            <a:prstGeom prst="roundRect">
              <a:avLst>
                <a:gd name="adj" fmla="val 9741"/>
              </a:avLst>
            </a:prstGeom>
            <a:gradFill rotWithShape="1">
              <a:gsLst>
                <a:gs pos="0">
                  <a:srgbClr val="FFFFFF"/>
                </a:gs>
                <a:gs pos="100000">
                  <a:srgbClr val="DDDDDD"/>
                </a:gs>
              </a:gsLst>
              <a:lin ang="5400000" scaled="1"/>
            </a:gradFill>
            <a:ln w="19050" algn="ctr">
              <a:solidFill>
                <a:srgbClr val="0070C0">
                  <a:alpha val="50000"/>
                </a:srgbClr>
              </a:solidFill>
              <a:round/>
              <a:headEnd/>
              <a:tailEnd/>
            </a:ln>
            <a:effectLst>
              <a:outerShdw dist="45791" dir="3378596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1600" kern="0">
                <a:solidFill>
                  <a:sysClr val="windowText" lastClr="000000"/>
                </a:solidFill>
                <a:latin typeface="HY헤드라인M" pitchFamily="18" charset="-127"/>
                <a:ea typeface="HY헤드라인M" pitchFamily="18" charset="-127"/>
              </a:endParaRPr>
            </a:p>
          </p:txBody>
        </p:sp>
        <p:sp>
          <p:nvSpPr>
            <p:cNvPr id="14" name="TextBox 59"/>
            <p:cNvSpPr txBox="1">
              <a:spLocks noChangeArrowheads="1"/>
            </p:cNvSpPr>
            <p:nvPr/>
          </p:nvSpPr>
          <p:spPr bwMode="auto">
            <a:xfrm>
              <a:off x="1187624" y="2113364"/>
              <a:ext cx="7213426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indent="176213">
                <a:lnSpc>
                  <a:spcPct val="150000"/>
                </a:lnSpc>
                <a:spcBef>
                  <a:spcPts val="0"/>
                </a:spcBef>
                <a:buFontTx/>
                <a:buBlip>
                  <a:blip r:embed="rId3"/>
                </a:buBlip>
              </a:pPr>
              <a:r>
                <a:rPr lang="ko-KR" altLang="en-US" sz="1600" dirty="0" smtClean="0">
                  <a:latin typeface="HY헤드라인M" pitchFamily="18" charset="-127"/>
                  <a:ea typeface="HY헤드라인M" pitchFamily="18" charset="-127"/>
                </a:rPr>
                <a:t>이지 바로 시스템</a:t>
              </a:r>
              <a:r>
                <a:rPr lang="en-US" altLang="ko-KR" sz="1600" dirty="0" smtClean="0">
                  <a:latin typeface="HY헤드라인M" pitchFamily="18" charset="-127"/>
                  <a:ea typeface="HY헤드라인M" pitchFamily="18" charset="-127"/>
                </a:rPr>
                <a:t>(IITP, </a:t>
              </a:r>
              <a:r>
                <a:rPr lang="en-US" altLang="ko-KR" sz="1600" dirty="0" smtClean="0">
                  <a:latin typeface="HY헤드라인M" pitchFamily="18" charset="-127"/>
                  <a:ea typeface="HY헤드라인M" pitchFamily="18" charset="-127"/>
                </a:rPr>
                <a:t>NRF),</a:t>
              </a:r>
              <a:r>
                <a:rPr lang="en-US" altLang="ko-KR" sz="1600" dirty="0" smtClean="0">
                  <a:latin typeface="HY헤드라인M" pitchFamily="18" charset="-127"/>
                  <a:ea typeface="HY헤드라인M" pitchFamily="18" charset="-127"/>
                </a:rPr>
                <a:t> </a:t>
              </a:r>
              <a:r>
                <a:rPr lang="ko-KR" altLang="en-US" sz="1600" dirty="0" err="1" smtClean="0">
                  <a:latin typeface="HY헤드라인M" pitchFamily="18" charset="-127"/>
                  <a:ea typeface="HY헤드라인M" pitchFamily="18" charset="-127"/>
                </a:rPr>
                <a:t>기획재정부</a:t>
              </a:r>
              <a:r>
                <a:rPr lang="ko-KR" altLang="en-US" sz="1600" dirty="0" smtClean="0">
                  <a:latin typeface="HY헤드라인M" pitchFamily="18" charset="-127"/>
                  <a:ea typeface="HY헤드라인M" pitchFamily="18" charset="-127"/>
                </a:rPr>
                <a:t> 등 다양한 시스템 존재</a:t>
              </a:r>
              <a:endParaRPr lang="en-US" altLang="ko-KR" sz="1600" dirty="0">
                <a:latin typeface="HY헤드라인M" pitchFamily="18" charset="-127"/>
                <a:ea typeface="HY헤드라인M" pitchFamily="18" charset="-127"/>
              </a:endParaRPr>
            </a:p>
          </p:txBody>
        </p:sp>
      </p:grpSp>
      <p:grpSp>
        <p:nvGrpSpPr>
          <p:cNvPr id="3" name="그룹 2"/>
          <p:cNvGrpSpPr/>
          <p:nvPr/>
        </p:nvGrpSpPr>
        <p:grpSpPr>
          <a:xfrm>
            <a:off x="971600" y="3501007"/>
            <a:ext cx="7429500" cy="792088"/>
            <a:chOff x="971600" y="2852935"/>
            <a:chExt cx="7429500" cy="792088"/>
          </a:xfrm>
        </p:grpSpPr>
        <p:sp>
          <p:nvSpPr>
            <p:cNvPr id="7" name="AutoShape 9"/>
            <p:cNvSpPr>
              <a:spLocks noChangeArrowheads="1"/>
            </p:cNvSpPr>
            <p:nvPr/>
          </p:nvSpPr>
          <p:spPr bwMode="auto">
            <a:xfrm>
              <a:off x="971600" y="2852935"/>
              <a:ext cx="7429500" cy="792088"/>
            </a:xfrm>
            <a:prstGeom prst="roundRect">
              <a:avLst>
                <a:gd name="adj" fmla="val 9741"/>
              </a:avLst>
            </a:prstGeom>
            <a:gradFill rotWithShape="1">
              <a:gsLst>
                <a:gs pos="0">
                  <a:srgbClr val="FFFFFF"/>
                </a:gs>
                <a:gs pos="100000">
                  <a:srgbClr val="DDDDDD"/>
                </a:gs>
              </a:gsLst>
              <a:lin ang="5400000" scaled="1"/>
            </a:gradFill>
            <a:ln w="19050" algn="ctr">
              <a:solidFill>
                <a:srgbClr val="0070C0">
                  <a:alpha val="50000"/>
                </a:srgbClr>
              </a:solidFill>
              <a:round/>
              <a:headEnd/>
              <a:tailEnd/>
            </a:ln>
            <a:effectLst>
              <a:outerShdw dist="45791" dir="3378596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1600" kern="0">
                <a:solidFill>
                  <a:sysClr val="windowText" lastClr="000000"/>
                </a:solidFill>
                <a:latin typeface="HY헤드라인M" pitchFamily="18" charset="-127"/>
                <a:ea typeface="HY헤드라인M" pitchFamily="18" charset="-127"/>
              </a:endParaRPr>
            </a:p>
          </p:txBody>
        </p:sp>
        <p:sp>
          <p:nvSpPr>
            <p:cNvPr id="8" name="TextBox 59"/>
            <p:cNvSpPr txBox="1">
              <a:spLocks noChangeArrowheads="1"/>
            </p:cNvSpPr>
            <p:nvPr/>
          </p:nvSpPr>
          <p:spPr bwMode="auto">
            <a:xfrm>
              <a:off x="1187624" y="3024786"/>
              <a:ext cx="7213426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indent="176213">
                <a:lnSpc>
                  <a:spcPct val="150000"/>
                </a:lnSpc>
                <a:spcBef>
                  <a:spcPts val="0"/>
                </a:spcBef>
                <a:buFontTx/>
                <a:buBlip>
                  <a:blip r:embed="rId3"/>
                </a:buBlip>
              </a:pPr>
              <a:r>
                <a:rPr lang="ko-KR" altLang="en-US" sz="1600" dirty="0" smtClean="0">
                  <a:latin typeface="HY헤드라인M" pitchFamily="18" charset="-127"/>
                  <a:ea typeface="HY헤드라인M" pitchFamily="18" charset="-127"/>
                </a:rPr>
                <a:t>관리시스템의 불안정성으로 지속적인 민원 발생이 예상</a:t>
              </a:r>
              <a:endParaRPr lang="en-US" altLang="ko-KR" sz="1600" dirty="0">
                <a:latin typeface="HY헤드라인M" pitchFamily="18" charset="-127"/>
                <a:ea typeface="HY헤드라인M" pitchFamily="18" charset="-127"/>
              </a:endParaRPr>
            </a:p>
          </p:txBody>
        </p:sp>
      </p:grpSp>
      <p:pic>
        <p:nvPicPr>
          <p:cNvPr id="16" name="Picture 4"/>
          <p:cNvPicPr>
            <a:picLocks noChangeAspect="1" noChangeArrowheads="1"/>
          </p:cNvPicPr>
          <p:nvPr/>
        </p:nvPicPr>
        <p:blipFill>
          <a:blip r:embed="rId4" cstate="print">
            <a:duotone>
              <a:prstClr val="black"/>
              <a:schemeClr val="accent5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1095398" y="666775"/>
            <a:ext cx="6905625" cy="962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 bwMode="auto">
          <a:xfrm>
            <a:off x="1032555" y="880428"/>
            <a:ext cx="6929454" cy="507831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2921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2700" b="1" i="1" spc="-150" dirty="0" smtClean="0">
                <a:ln>
                  <a:solidFill>
                    <a:schemeClr val="bg1">
                      <a:lumMod val="85000"/>
                    </a:schemeClr>
                  </a:solidFill>
                  <a:prstDash val="solid"/>
                </a:ln>
                <a:gradFill rotWithShape="1">
                  <a:gsLst>
                    <a:gs pos="0">
                      <a:schemeClr val="bg1">
                        <a:lumMod val="85000"/>
                      </a:schemeClr>
                    </a:gs>
                    <a:gs pos="40000">
                      <a:schemeClr val="bg1"/>
                    </a:gs>
                    <a:gs pos="50000">
                      <a:schemeClr val="bg1">
                        <a:lumMod val="65000"/>
                      </a:schemeClr>
                    </a:gs>
                    <a:gs pos="6800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5400000"/>
                </a:gradFill>
                <a:effectLst>
                  <a:outerShdw blurRad="50800" dist="38100" dir="5040000" algn="tl">
                    <a:schemeClr val="tx1">
                      <a:alpha val="70000"/>
                    </a:schemeClr>
                  </a:outerShdw>
                </a:effectLst>
                <a:latin typeface="HY견고딕"/>
                <a:ea typeface="HY견고딕"/>
              </a:rPr>
              <a:t>『</a:t>
            </a:r>
            <a:r>
              <a:rPr kumimoji="0" lang="ko-KR" altLang="en-US" sz="2700" b="1" i="1" spc="-150" dirty="0" smtClean="0">
                <a:ln>
                  <a:solidFill>
                    <a:schemeClr val="bg1">
                      <a:lumMod val="85000"/>
                    </a:schemeClr>
                  </a:solidFill>
                  <a:prstDash val="solid"/>
                </a:ln>
                <a:gradFill rotWithShape="1">
                  <a:gsLst>
                    <a:gs pos="0">
                      <a:schemeClr val="bg1">
                        <a:lumMod val="85000"/>
                      </a:schemeClr>
                    </a:gs>
                    <a:gs pos="40000">
                      <a:schemeClr val="bg1"/>
                    </a:gs>
                    <a:gs pos="50000">
                      <a:schemeClr val="bg1">
                        <a:lumMod val="65000"/>
                      </a:schemeClr>
                    </a:gs>
                    <a:gs pos="6800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5400000"/>
                </a:gradFill>
                <a:effectLst>
                  <a:outerShdw blurRad="50800" dist="38100" dir="5040000" algn="tl">
                    <a:schemeClr val="tx1">
                      <a:alpha val="70000"/>
                    </a:schemeClr>
                  </a:outerShdw>
                </a:effectLst>
                <a:latin typeface="HY견고딕"/>
                <a:ea typeface="HY견고딕"/>
              </a:rPr>
              <a:t>전담</a:t>
            </a:r>
            <a:r>
              <a:rPr kumimoji="0" lang="en-US" altLang="ko-KR" sz="2700" b="1" i="1" spc="-150" dirty="0" smtClean="0">
                <a:ln>
                  <a:solidFill>
                    <a:schemeClr val="bg1">
                      <a:lumMod val="85000"/>
                    </a:schemeClr>
                  </a:solidFill>
                  <a:prstDash val="solid"/>
                </a:ln>
                <a:gradFill rotWithShape="1">
                  <a:gsLst>
                    <a:gs pos="0">
                      <a:schemeClr val="bg1">
                        <a:lumMod val="85000"/>
                      </a:schemeClr>
                    </a:gs>
                    <a:gs pos="40000">
                      <a:schemeClr val="bg1"/>
                    </a:gs>
                    <a:gs pos="50000">
                      <a:schemeClr val="bg1">
                        <a:lumMod val="65000"/>
                      </a:schemeClr>
                    </a:gs>
                    <a:gs pos="6800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5400000"/>
                </a:gradFill>
                <a:effectLst>
                  <a:outerShdw blurRad="50800" dist="38100" dir="5040000" algn="tl">
                    <a:schemeClr val="tx1">
                      <a:alpha val="70000"/>
                    </a:schemeClr>
                  </a:outerShdw>
                </a:effectLst>
                <a:latin typeface="HY견고딕"/>
                <a:ea typeface="HY견고딕"/>
              </a:rPr>
              <a:t>/</a:t>
            </a:r>
            <a:r>
              <a:rPr kumimoji="0" lang="ko-KR" altLang="en-US" sz="2700" b="1" i="1" spc="-150" dirty="0" smtClean="0">
                <a:ln>
                  <a:solidFill>
                    <a:schemeClr val="bg1">
                      <a:lumMod val="85000"/>
                    </a:schemeClr>
                  </a:solidFill>
                  <a:prstDash val="solid"/>
                </a:ln>
                <a:gradFill rotWithShape="1">
                  <a:gsLst>
                    <a:gs pos="0">
                      <a:schemeClr val="bg1">
                        <a:lumMod val="85000"/>
                      </a:schemeClr>
                    </a:gs>
                    <a:gs pos="40000">
                      <a:schemeClr val="bg1"/>
                    </a:gs>
                    <a:gs pos="50000">
                      <a:schemeClr val="bg1">
                        <a:lumMod val="65000"/>
                      </a:schemeClr>
                    </a:gs>
                    <a:gs pos="6800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5400000"/>
                </a:gradFill>
                <a:effectLst>
                  <a:outerShdw blurRad="50800" dist="38100" dir="5040000" algn="tl">
                    <a:schemeClr val="tx1">
                      <a:alpha val="70000"/>
                    </a:schemeClr>
                  </a:outerShdw>
                </a:effectLst>
                <a:latin typeface="HY견고딕"/>
                <a:ea typeface="HY견고딕"/>
              </a:rPr>
              <a:t>전문 기관 </a:t>
            </a:r>
            <a:r>
              <a:rPr kumimoji="0" lang="ko-KR" altLang="en-US" sz="2700" b="1" i="1" spc="-150" dirty="0" smtClean="0">
                <a:ln>
                  <a:solidFill>
                    <a:schemeClr val="bg1">
                      <a:lumMod val="85000"/>
                    </a:schemeClr>
                  </a:solidFill>
                  <a:prstDash val="solid"/>
                </a:ln>
                <a:gradFill rotWithShape="1">
                  <a:gsLst>
                    <a:gs pos="0">
                      <a:schemeClr val="bg1">
                        <a:lumMod val="85000"/>
                      </a:schemeClr>
                    </a:gs>
                    <a:gs pos="40000">
                      <a:schemeClr val="bg1"/>
                    </a:gs>
                    <a:gs pos="50000">
                      <a:schemeClr val="bg1">
                        <a:lumMod val="65000"/>
                      </a:schemeClr>
                    </a:gs>
                    <a:gs pos="6800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5400000"/>
                </a:gradFill>
                <a:effectLst>
                  <a:outerShdw blurRad="50800" dist="38100" dir="5040000" algn="tl">
                    <a:schemeClr val="tx1">
                      <a:alpha val="70000"/>
                    </a:schemeClr>
                  </a:outerShdw>
                </a:effectLst>
                <a:latin typeface="HY견고딕"/>
                <a:ea typeface="HY견고딕"/>
              </a:rPr>
              <a:t>연구관리 시스템</a:t>
            </a:r>
            <a:r>
              <a:rPr kumimoji="0" lang="ko-KR" altLang="en-US" sz="2700" b="1" i="1" spc="-150" dirty="0" smtClean="0">
                <a:ln>
                  <a:solidFill>
                    <a:schemeClr val="bg1">
                      <a:lumMod val="85000"/>
                    </a:schemeClr>
                  </a:solidFill>
                  <a:prstDash val="solid"/>
                </a:ln>
                <a:gradFill rotWithShape="1">
                  <a:gsLst>
                    <a:gs pos="0">
                      <a:schemeClr val="bg1">
                        <a:lumMod val="85000"/>
                      </a:schemeClr>
                    </a:gs>
                    <a:gs pos="40000">
                      <a:schemeClr val="bg1"/>
                    </a:gs>
                    <a:gs pos="50000">
                      <a:schemeClr val="bg1">
                        <a:lumMod val="65000"/>
                      </a:schemeClr>
                    </a:gs>
                    <a:gs pos="6800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5400000"/>
                </a:gradFill>
                <a:effectLst>
                  <a:outerShdw blurRad="50800" dist="38100" dir="5040000" algn="tl">
                    <a:schemeClr val="tx1">
                      <a:alpha val="70000"/>
                    </a:schemeClr>
                  </a:outerShdw>
                </a:effectLst>
                <a:latin typeface="HY견고딕"/>
                <a:ea typeface="HY견고딕"/>
              </a:rPr>
              <a:t>의 문제점</a:t>
            </a:r>
            <a:r>
              <a:rPr kumimoji="0" lang="en-US" altLang="ko-KR" sz="2700" b="1" spc="-150" dirty="0" smtClean="0">
                <a:ln>
                  <a:solidFill>
                    <a:schemeClr val="bg1">
                      <a:lumMod val="85000"/>
                    </a:schemeClr>
                  </a:solidFill>
                  <a:prstDash val="solid"/>
                </a:ln>
                <a:gradFill rotWithShape="1">
                  <a:gsLst>
                    <a:gs pos="0">
                      <a:schemeClr val="bg1">
                        <a:lumMod val="85000"/>
                      </a:schemeClr>
                    </a:gs>
                    <a:gs pos="40000">
                      <a:schemeClr val="bg1"/>
                    </a:gs>
                    <a:gs pos="50000">
                      <a:schemeClr val="bg1">
                        <a:lumMod val="65000"/>
                      </a:schemeClr>
                    </a:gs>
                    <a:gs pos="6800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5400000"/>
                </a:gradFill>
                <a:effectLst>
                  <a:outerShdw blurRad="50800" dist="38100" dir="5040000" algn="tl">
                    <a:schemeClr val="tx1">
                      <a:alpha val="70000"/>
                    </a:schemeClr>
                  </a:outerShdw>
                </a:effectLst>
                <a:latin typeface="HY견고딕"/>
                <a:ea typeface="HY견고딕"/>
              </a:rPr>
              <a:t>』</a:t>
            </a:r>
            <a:endParaRPr kumimoji="0" lang="ko-KR" altLang="en-US" sz="2700" b="1" spc="-150" dirty="0">
              <a:ln>
                <a:solidFill>
                  <a:schemeClr val="bg1">
                    <a:lumMod val="85000"/>
                  </a:schemeClr>
                </a:solidFill>
                <a:prstDash val="solid"/>
              </a:ln>
              <a:gradFill rotWithShape="1">
                <a:gsLst>
                  <a:gs pos="0">
                    <a:schemeClr val="bg1">
                      <a:lumMod val="85000"/>
                    </a:schemeClr>
                  </a:gs>
                  <a:gs pos="40000">
                    <a:schemeClr val="bg1"/>
                  </a:gs>
                  <a:gs pos="50000">
                    <a:schemeClr val="bg1">
                      <a:lumMod val="65000"/>
                    </a:schemeClr>
                  </a:gs>
                  <a:gs pos="6800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5400000"/>
              </a:gradFill>
              <a:effectLst>
                <a:outerShdw blurRad="50800" dist="38100" dir="5040000" algn="tl">
                  <a:schemeClr val="tx1">
                    <a:alpha val="70000"/>
                  </a:schemeClr>
                </a:outerShdw>
              </a:effectLst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8715404" y="6429396"/>
            <a:ext cx="428628" cy="428628"/>
          </a:xfrm>
          <a:prstGeom prst="rect">
            <a:avLst/>
          </a:prstGeom>
          <a:gradFill>
            <a:gsLst>
              <a:gs pos="0">
                <a:schemeClr val="accent6">
                  <a:shade val="51000"/>
                  <a:satMod val="130000"/>
                  <a:alpha val="0"/>
                </a:schemeClr>
              </a:gs>
              <a:gs pos="80000">
                <a:schemeClr val="accent6">
                  <a:shade val="93000"/>
                  <a:satMod val="130000"/>
                </a:schemeClr>
              </a:gs>
              <a:gs pos="100000">
                <a:schemeClr val="accent6">
                  <a:shade val="94000"/>
                  <a:satMod val="135000"/>
                </a:schemeClr>
              </a:gs>
            </a:gsLst>
            <a:lin ang="3600000" scaled="0"/>
          </a:gra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5000"/>
              </a:lnSpc>
              <a:defRPr/>
            </a:pPr>
            <a:r>
              <a:rPr lang="en-US" altLang="ko-KR" b="1" spc="-150" dirty="0" smtClean="0">
                <a:solidFill>
                  <a:srgbClr val="000000"/>
                </a:solidFill>
              </a:rPr>
              <a:t>2</a:t>
            </a:r>
            <a:endParaRPr lang="ko-KR" altLang="en-US" b="1" spc="-15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9735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40"/>
          <p:cNvSpPr>
            <a:spLocks noChangeArrowheads="1"/>
          </p:cNvSpPr>
          <p:nvPr/>
        </p:nvSpPr>
        <p:spPr bwMode="auto">
          <a:xfrm>
            <a:off x="467544" y="1412776"/>
            <a:ext cx="8064896" cy="4417897"/>
          </a:xfrm>
          <a:prstGeom prst="roundRect">
            <a:avLst>
              <a:gd name="adj" fmla="val 4639"/>
            </a:avLst>
          </a:prstGeom>
          <a:gradFill rotWithShape="1">
            <a:gsLst>
              <a:gs pos="0">
                <a:srgbClr val="DDE6B8">
                  <a:alpha val="50000"/>
                </a:srgbClr>
              </a:gs>
              <a:gs pos="100000">
                <a:srgbClr val="DDE6B8">
                  <a:gamma/>
                  <a:tint val="28627"/>
                  <a:invGamma/>
                  <a:alpha val="49001"/>
                </a:srgbClr>
              </a:gs>
            </a:gsLst>
            <a:lin ang="5400000" scaled="1"/>
          </a:gradFill>
          <a:ln w="28575" cap="rnd">
            <a:solidFill>
              <a:srgbClr val="666633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 dirty="0"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8715372" y="6429372"/>
            <a:ext cx="428628" cy="428628"/>
          </a:xfrm>
          <a:prstGeom prst="rect">
            <a:avLst/>
          </a:prstGeom>
          <a:gradFill>
            <a:gsLst>
              <a:gs pos="0">
                <a:schemeClr val="accent6">
                  <a:shade val="51000"/>
                  <a:satMod val="130000"/>
                  <a:alpha val="0"/>
                </a:schemeClr>
              </a:gs>
              <a:gs pos="80000">
                <a:schemeClr val="accent6">
                  <a:shade val="93000"/>
                  <a:satMod val="130000"/>
                </a:schemeClr>
              </a:gs>
              <a:gs pos="100000">
                <a:schemeClr val="accent6">
                  <a:shade val="94000"/>
                  <a:satMod val="135000"/>
                </a:schemeClr>
              </a:gs>
            </a:gsLst>
            <a:lin ang="3600000" scaled="0"/>
          </a:gra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5000"/>
              </a:lnSpc>
              <a:defRPr/>
            </a:pPr>
            <a:r>
              <a:rPr lang="en-US" altLang="ko-KR" b="1" spc="-150" dirty="0" smtClean="0">
                <a:solidFill>
                  <a:srgbClr val="000000"/>
                </a:solidFill>
              </a:rPr>
              <a:t>13</a:t>
            </a:r>
            <a:endParaRPr lang="ko-KR" altLang="en-US" b="1" spc="-150" dirty="0">
              <a:solidFill>
                <a:srgbClr val="000000"/>
              </a:solidFill>
            </a:endParaRPr>
          </a:p>
        </p:txBody>
      </p:sp>
      <p:pic>
        <p:nvPicPr>
          <p:cNvPr id="25" name="Picture 4"/>
          <p:cNvPicPr>
            <a:picLocks noChangeAspect="1" noChangeArrowheads="1"/>
          </p:cNvPicPr>
          <p:nvPr/>
        </p:nvPicPr>
        <p:blipFill>
          <a:blip r:embed="rId3" cstate="print">
            <a:duotone>
              <a:prstClr val="black"/>
              <a:schemeClr val="accent5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1116215" y="162719"/>
            <a:ext cx="6905625" cy="962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6" name="TextBox 25"/>
          <p:cNvSpPr txBox="1"/>
          <p:nvPr/>
        </p:nvSpPr>
        <p:spPr bwMode="auto">
          <a:xfrm>
            <a:off x="1032555" y="400525"/>
            <a:ext cx="6929454" cy="507831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2921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2700" b="1" spc="-150" dirty="0" smtClean="0">
                <a:ln>
                  <a:solidFill>
                    <a:schemeClr val="bg1">
                      <a:lumMod val="85000"/>
                    </a:schemeClr>
                  </a:solidFill>
                  <a:prstDash val="solid"/>
                </a:ln>
                <a:gradFill rotWithShape="1">
                  <a:gsLst>
                    <a:gs pos="0">
                      <a:schemeClr val="bg1">
                        <a:lumMod val="85000"/>
                      </a:schemeClr>
                    </a:gs>
                    <a:gs pos="40000">
                      <a:schemeClr val="bg1"/>
                    </a:gs>
                    <a:gs pos="50000">
                      <a:schemeClr val="bg1">
                        <a:lumMod val="65000"/>
                      </a:schemeClr>
                    </a:gs>
                    <a:gs pos="6800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5400000"/>
                </a:gradFill>
                <a:effectLst>
                  <a:outerShdw blurRad="50800" dist="38100" dir="5040000" algn="tl">
                    <a:schemeClr val="tx1">
                      <a:alpha val="70000"/>
                    </a:scheme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사</a:t>
            </a:r>
            <a:r>
              <a:rPr kumimoji="0" lang="ko-KR" altLang="en-US" sz="2700" b="1" spc="-150" dirty="0">
                <a:ln>
                  <a:solidFill>
                    <a:schemeClr val="bg1">
                      <a:lumMod val="85000"/>
                    </a:schemeClr>
                  </a:solidFill>
                  <a:prstDash val="solid"/>
                </a:ln>
                <a:gradFill rotWithShape="1">
                  <a:gsLst>
                    <a:gs pos="0">
                      <a:schemeClr val="bg1">
                        <a:lumMod val="85000"/>
                      </a:schemeClr>
                    </a:gs>
                    <a:gs pos="40000">
                      <a:schemeClr val="bg1"/>
                    </a:gs>
                    <a:gs pos="50000">
                      <a:schemeClr val="bg1">
                        <a:lumMod val="65000"/>
                      </a:schemeClr>
                    </a:gs>
                    <a:gs pos="6800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5400000"/>
                </a:gradFill>
                <a:effectLst>
                  <a:outerShdw blurRad="50800" dist="38100" dir="5040000" algn="tl">
                    <a:schemeClr val="tx1">
                      <a:alpha val="70000"/>
                    </a:scheme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업</a:t>
            </a:r>
            <a:r>
              <a:rPr kumimoji="0" lang="ko-KR" altLang="en-US" sz="2700" b="1" spc="-150" dirty="0" smtClean="0">
                <a:ln>
                  <a:solidFill>
                    <a:schemeClr val="bg1">
                      <a:lumMod val="85000"/>
                    </a:schemeClr>
                  </a:solidFill>
                  <a:prstDash val="solid"/>
                </a:ln>
                <a:gradFill rotWithShape="1">
                  <a:gsLst>
                    <a:gs pos="0">
                      <a:schemeClr val="bg1">
                        <a:lumMod val="85000"/>
                      </a:schemeClr>
                    </a:gs>
                    <a:gs pos="40000">
                      <a:schemeClr val="bg1"/>
                    </a:gs>
                    <a:gs pos="50000">
                      <a:schemeClr val="bg1">
                        <a:lumMod val="65000"/>
                      </a:schemeClr>
                    </a:gs>
                    <a:gs pos="6800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5400000"/>
                </a:gradFill>
                <a:effectLst>
                  <a:outerShdw blurRad="50800" dist="38100" dir="5040000" algn="tl">
                    <a:schemeClr val="tx1">
                      <a:alpha val="70000"/>
                    </a:scheme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 </a:t>
            </a:r>
            <a:r>
              <a:rPr kumimoji="0" lang="ko-KR" altLang="en-US" sz="2700" b="1" spc="-150" dirty="0" smtClean="0">
                <a:ln>
                  <a:solidFill>
                    <a:schemeClr val="bg1">
                      <a:lumMod val="85000"/>
                    </a:schemeClr>
                  </a:solidFill>
                  <a:prstDash val="solid"/>
                </a:ln>
                <a:gradFill rotWithShape="1">
                  <a:gsLst>
                    <a:gs pos="0">
                      <a:schemeClr val="bg1">
                        <a:lumMod val="85000"/>
                      </a:schemeClr>
                    </a:gs>
                    <a:gs pos="40000">
                      <a:schemeClr val="bg1"/>
                    </a:gs>
                    <a:gs pos="50000">
                      <a:schemeClr val="bg1">
                        <a:lumMod val="65000"/>
                      </a:schemeClr>
                    </a:gs>
                    <a:gs pos="6800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5400000"/>
                </a:gradFill>
                <a:effectLst>
                  <a:outerShdw blurRad="50800" dist="38100" dir="5040000" algn="tl">
                    <a:schemeClr val="tx1">
                      <a:alpha val="70000"/>
                    </a:scheme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추진 일정 </a:t>
            </a:r>
            <a:endParaRPr kumimoji="0" lang="ko-KR" altLang="en-US" sz="2700" b="1" spc="-150" dirty="0">
              <a:ln>
                <a:solidFill>
                  <a:schemeClr val="bg1">
                    <a:lumMod val="85000"/>
                  </a:schemeClr>
                </a:solidFill>
                <a:prstDash val="solid"/>
              </a:ln>
              <a:gradFill rotWithShape="1">
                <a:gsLst>
                  <a:gs pos="0">
                    <a:schemeClr val="bg1">
                      <a:lumMod val="85000"/>
                    </a:schemeClr>
                  </a:gs>
                  <a:gs pos="40000">
                    <a:schemeClr val="bg1"/>
                  </a:gs>
                  <a:gs pos="50000">
                    <a:schemeClr val="bg1">
                      <a:lumMod val="65000"/>
                    </a:schemeClr>
                  </a:gs>
                  <a:gs pos="6800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5400000"/>
              </a:gradFill>
              <a:effectLst>
                <a:outerShdw blurRad="50800" dist="38100" dir="5040000" algn="tl">
                  <a:schemeClr val="tx1">
                    <a:alpha val="70000"/>
                  </a:schemeClr>
                </a:outerShdw>
              </a:effectLst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33" name="내용 개체 틀 2"/>
          <p:cNvSpPr txBox="1">
            <a:spLocks/>
          </p:cNvSpPr>
          <p:nvPr/>
        </p:nvSpPr>
        <p:spPr>
          <a:xfrm>
            <a:off x="611560" y="1628800"/>
            <a:ext cx="8103812" cy="4392528"/>
          </a:xfrm>
          <a:prstGeom prst="rect">
            <a:avLst/>
          </a:prstGeom>
        </p:spPr>
        <p:txBody>
          <a:bodyPr>
            <a:normAutofit/>
          </a:bodyPr>
          <a:lstStyle>
            <a:lvl1pPr marL="341313" indent="-341313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1363" indent="-284163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1413" indent="-227013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8613" indent="-227013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5813" indent="-227013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187" indent="-228563" algn="l" defTabSz="91425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313" indent="-228563" algn="l" defTabSz="91425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438" indent="-228563" algn="l" defTabSz="91425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564" indent="-228563" algn="l" defTabSz="91425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0" lang="ko-KR" altLang="en-US" sz="2000" dirty="0" smtClean="0"/>
              <a:t>한국 정부 회계연도</a:t>
            </a:r>
            <a:r>
              <a:rPr kumimoji="0" lang="en-US" altLang="ko-KR" sz="2000" dirty="0" smtClean="0"/>
              <a:t>: </a:t>
            </a:r>
            <a:r>
              <a:rPr kumimoji="0" lang="ko-KR" altLang="en-US" sz="2000" dirty="0" smtClean="0"/>
              <a:t>매년 </a:t>
            </a:r>
            <a:r>
              <a:rPr kumimoji="0" lang="en-US" altLang="ko-KR" sz="2000" dirty="0" smtClean="0"/>
              <a:t>1</a:t>
            </a:r>
            <a:r>
              <a:rPr kumimoji="0" lang="ko-KR" altLang="en-US" sz="2000" dirty="0" smtClean="0"/>
              <a:t>월 </a:t>
            </a:r>
            <a:r>
              <a:rPr kumimoji="0" lang="en-US" altLang="ko-KR" sz="2000" dirty="0" smtClean="0"/>
              <a:t>~ 12</a:t>
            </a:r>
            <a:r>
              <a:rPr kumimoji="0" lang="ko-KR" altLang="en-US" sz="2000" dirty="0" smtClean="0"/>
              <a:t>월</a:t>
            </a:r>
            <a:endParaRPr kumimoji="0" lang="en-US" altLang="ko-KR" sz="2000" dirty="0" smtClean="0"/>
          </a:p>
          <a:p>
            <a:endParaRPr kumimoji="0" lang="en-US" altLang="ko-KR" sz="2000" dirty="0" smtClean="0"/>
          </a:p>
          <a:p>
            <a:r>
              <a:rPr kumimoji="0" lang="ko-KR" altLang="en-US" sz="2000" dirty="0" smtClean="0"/>
              <a:t>각 국가별로 채택하고 있는 회계연도 상이</a:t>
            </a:r>
            <a:endParaRPr kumimoji="0" lang="en-US" altLang="ko-KR" sz="2000" dirty="0" smtClean="0"/>
          </a:p>
          <a:p>
            <a:pPr lvl="1"/>
            <a:r>
              <a:rPr kumimoji="0" lang="ko-KR" altLang="en-US" sz="2000" dirty="0" smtClean="0"/>
              <a:t>미 정부의 회계연도</a:t>
            </a:r>
            <a:r>
              <a:rPr kumimoji="0" lang="en-US" altLang="ko-KR" sz="2000" dirty="0" smtClean="0"/>
              <a:t>: </a:t>
            </a:r>
            <a:r>
              <a:rPr kumimoji="0" lang="ko-KR" altLang="en-US" sz="2000" dirty="0" smtClean="0"/>
              <a:t>매년 </a:t>
            </a:r>
            <a:r>
              <a:rPr kumimoji="0" lang="en-US" altLang="ko-KR" sz="2000" dirty="0" smtClean="0"/>
              <a:t>10</a:t>
            </a:r>
            <a:r>
              <a:rPr kumimoji="0" lang="ko-KR" altLang="en-US" sz="2000" dirty="0" smtClean="0"/>
              <a:t>월 </a:t>
            </a:r>
            <a:r>
              <a:rPr kumimoji="0" lang="en-US" altLang="ko-KR" sz="2000" dirty="0" smtClean="0"/>
              <a:t>~ </a:t>
            </a:r>
            <a:r>
              <a:rPr kumimoji="0" lang="ko-KR" altLang="en-US" sz="2000" dirty="0" smtClean="0"/>
              <a:t>익년 </a:t>
            </a:r>
            <a:r>
              <a:rPr kumimoji="0" lang="en-US" altLang="ko-KR" sz="2000" dirty="0" smtClean="0"/>
              <a:t>9</a:t>
            </a:r>
            <a:r>
              <a:rPr kumimoji="0" lang="ko-KR" altLang="en-US" sz="2000" dirty="0" smtClean="0"/>
              <a:t>월</a:t>
            </a:r>
            <a:endParaRPr kumimoji="0" lang="en-US" altLang="ko-KR" sz="2000" dirty="0" smtClean="0"/>
          </a:p>
          <a:p>
            <a:pPr lvl="1"/>
            <a:r>
              <a:rPr kumimoji="0" lang="ko-KR" altLang="en-US" sz="2000" dirty="0" smtClean="0"/>
              <a:t>영국</a:t>
            </a:r>
            <a:r>
              <a:rPr kumimoji="0" lang="en-US" altLang="ko-KR" sz="2000" dirty="0" smtClean="0"/>
              <a:t>, </a:t>
            </a:r>
            <a:r>
              <a:rPr kumimoji="0" lang="ko-KR" altLang="en-US" sz="2000" dirty="0" smtClean="0"/>
              <a:t>일본</a:t>
            </a:r>
            <a:r>
              <a:rPr kumimoji="0" lang="en-US" altLang="ko-KR" sz="2000" dirty="0" smtClean="0"/>
              <a:t>, </a:t>
            </a:r>
            <a:r>
              <a:rPr kumimoji="0" lang="ko-KR" altLang="en-US" sz="2000" dirty="0" err="1" smtClean="0"/>
              <a:t>케나다</a:t>
            </a:r>
            <a:r>
              <a:rPr kumimoji="0" lang="en-US" altLang="ko-KR" sz="2000" dirty="0" smtClean="0"/>
              <a:t>, </a:t>
            </a:r>
            <a:r>
              <a:rPr kumimoji="0" lang="ko-KR" altLang="en-US" sz="2000" dirty="0" smtClean="0"/>
              <a:t>독일의 회계연도</a:t>
            </a:r>
            <a:r>
              <a:rPr kumimoji="0" lang="en-US" altLang="ko-KR" sz="2000" dirty="0" smtClean="0"/>
              <a:t>: </a:t>
            </a:r>
            <a:r>
              <a:rPr kumimoji="0" lang="ko-KR" altLang="en-US" sz="2000" dirty="0" smtClean="0"/>
              <a:t>매년 </a:t>
            </a:r>
            <a:r>
              <a:rPr kumimoji="0" lang="en-US" altLang="ko-KR" sz="2000" dirty="0" smtClean="0"/>
              <a:t>3</a:t>
            </a:r>
            <a:r>
              <a:rPr kumimoji="0" lang="ko-KR" altLang="en-US" sz="2000" dirty="0" smtClean="0"/>
              <a:t>월 </a:t>
            </a:r>
            <a:r>
              <a:rPr kumimoji="0" lang="en-US" altLang="ko-KR" sz="2000" dirty="0" smtClean="0"/>
              <a:t>~</a:t>
            </a:r>
            <a:r>
              <a:rPr kumimoji="0" lang="ko-KR" altLang="en-US" sz="2000" dirty="0" smtClean="0"/>
              <a:t>익년 </a:t>
            </a:r>
            <a:r>
              <a:rPr kumimoji="0" lang="en-US" altLang="ko-KR" sz="2000" dirty="0" smtClean="0"/>
              <a:t>2</a:t>
            </a:r>
            <a:r>
              <a:rPr kumimoji="0" lang="ko-KR" altLang="en-US" sz="2000" dirty="0" smtClean="0"/>
              <a:t>월</a:t>
            </a:r>
            <a:endParaRPr kumimoji="0" lang="en-US" altLang="ko-KR" sz="2000" dirty="0" smtClean="0"/>
          </a:p>
          <a:p>
            <a:pPr lvl="1"/>
            <a:r>
              <a:rPr kumimoji="0" lang="ko-KR" altLang="en-US" sz="2000" dirty="0" smtClean="0"/>
              <a:t>스위스</a:t>
            </a:r>
            <a:r>
              <a:rPr kumimoji="0" lang="en-US" altLang="ko-KR" sz="2000" dirty="0" smtClean="0"/>
              <a:t>, </a:t>
            </a:r>
            <a:r>
              <a:rPr kumimoji="0" lang="ko-KR" altLang="en-US" sz="2000" dirty="0" smtClean="0"/>
              <a:t>프랑스</a:t>
            </a:r>
            <a:r>
              <a:rPr kumimoji="0" lang="en-US" altLang="ko-KR" sz="2000" dirty="0" smtClean="0"/>
              <a:t>, </a:t>
            </a:r>
            <a:r>
              <a:rPr kumimoji="0" lang="ko-KR" altLang="en-US" sz="2000" dirty="0" smtClean="0"/>
              <a:t>벨기에</a:t>
            </a:r>
            <a:r>
              <a:rPr kumimoji="0" lang="en-US" altLang="ko-KR" sz="2000" dirty="0" smtClean="0"/>
              <a:t>, </a:t>
            </a:r>
            <a:r>
              <a:rPr kumimoji="0" lang="ko-KR" altLang="en-US" sz="2000" dirty="0" smtClean="0"/>
              <a:t>네덜란드 등은 한국과 회계연도 동일</a:t>
            </a:r>
            <a:endParaRPr kumimoji="0" lang="en-US" altLang="ko-KR" sz="2000" dirty="0" smtClean="0"/>
          </a:p>
          <a:p>
            <a:endParaRPr kumimoji="0" lang="en-US" altLang="ko-KR" sz="2000" dirty="0" smtClean="0"/>
          </a:p>
          <a:p>
            <a:r>
              <a:rPr kumimoji="0" lang="ko-KR" altLang="en-US" sz="2000" dirty="0" smtClean="0"/>
              <a:t>국가예산안 최종 결정 승인</a:t>
            </a:r>
            <a:r>
              <a:rPr kumimoji="0" lang="en-US" altLang="ko-KR" sz="2000" dirty="0" smtClean="0"/>
              <a:t>: </a:t>
            </a:r>
            <a:r>
              <a:rPr kumimoji="0" lang="ko-KR" altLang="en-US" sz="2000" dirty="0" smtClean="0"/>
              <a:t>국회의 권한</a:t>
            </a:r>
            <a:endParaRPr kumimoji="0"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622525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27"/>
          <p:cNvGrpSpPr>
            <a:grpSpLocks/>
          </p:cNvGrpSpPr>
          <p:nvPr/>
        </p:nvGrpSpPr>
        <p:grpSpPr bwMode="auto">
          <a:xfrm>
            <a:off x="1331913" y="2204864"/>
            <a:ext cx="6481762" cy="792162"/>
            <a:chOff x="839" y="1752"/>
            <a:chExt cx="4083" cy="544"/>
          </a:xfrm>
        </p:grpSpPr>
        <p:sp>
          <p:nvSpPr>
            <p:cNvPr id="38" name="AutoShape 19"/>
            <p:cNvSpPr>
              <a:spLocks noChangeArrowheads="1"/>
            </p:cNvSpPr>
            <p:nvPr/>
          </p:nvSpPr>
          <p:spPr bwMode="auto">
            <a:xfrm>
              <a:off x="839" y="1752"/>
              <a:ext cx="4083" cy="544"/>
            </a:xfrm>
            <a:prstGeom prst="roundRect">
              <a:avLst>
                <a:gd name="adj" fmla="val 4981"/>
              </a:avLst>
            </a:prstGeom>
            <a:gradFill rotWithShape="1">
              <a:gsLst>
                <a:gs pos="0">
                  <a:srgbClr val="148FBA"/>
                </a:gs>
                <a:gs pos="50000">
                  <a:srgbClr val="5ECEE8"/>
                </a:gs>
                <a:gs pos="100000">
                  <a:srgbClr val="148FBA"/>
                </a:gs>
              </a:gsLst>
              <a:lin ang="5400000" scaled="1"/>
            </a:gradFill>
            <a:ln>
              <a:noFill/>
            </a:ln>
            <a:effectLst>
              <a:prstShdw prst="shdw17" dist="17961" dir="2700000">
                <a:srgbClr val="387C8B"/>
              </a:prstShdw>
            </a:effectLst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1428" tIns="45714" rIns="91428" bIns="45714" anchor="ctr"/>
            <a:lstStyle/>
            <a:p>
              <a:pPr algn="ctr">
                <a:lnSpc>
                  <a:spcPct val="140000"/>
                </a:lnSpc>
                <a:buClr>
                  <a:schemeClr val="bg2"/>
                </a:buClr>
                <a:buFont typeface="Wingdings" pitchFamily="2" charset="2"/>
                <a:buNone/>
              </a:pPr>
              <a:endParaRPr lang="ko-KR" altLang="ko-KR" sz="1400">
                <a:solidFill>
                  <a:schemeClr val="bg2"/>
                </a:solidFill>
                <a:latin typeface="Arial Narrow" pitchFamily="34" charset="0"/>
                <a:ea typeface="HY견고딕" pitchFamily="18" charset="-127"/>
              </a:endParaRPr>
            </a:p>
          </p:txBody>
        </p:sp>
        <p:sp>
          <p:nvSpPr>
            <p:cNvPr id="39" name="AutoShape 20"/>
            <p:cNvSpPr>
              <a:spLocks noChangeArrowheads="1"/>
            </p:cNvSpPr>
            <p:nvPr/>
          </p:nvSpPr>
          <p:spPr bwMode="auto">
            <a:xfrm>
              <a:off x="875" y="1792"/>
              <a:ext cx="4001" cy="459"/>
            </a:xfrm>
            <a:prstGeom prst="roundRect">
              <a:avLst>
                <a:gd name="adj" fmla="val 3347"/>
              </a:avLst>
            </a:prstGeom>
            <a:solidFill>
              <a:srgbClr val="F8F8F8"/>
            </a:solidFill>
            <a:ln w="12700" algn="ctr">
              <a:solidFill>
                <a:srgbClr val="C0C0C0"/>
              </a:solidFill>
              <a:round/>
              <a:headEnd/>
              <a:tailEnd/>
            </a:ln>
          </p:spPr>
          <p:txBody>
            <a:bodyPr wrap="none" lIns="91428" tIns="45714" rIns="91428" bIns="45714" anchor="ctr"/>
            <a:lstStyle/>
            <a:p>
              <a:endParaRPr lang="ko-KR" altLang="en-US" sz="2400"/>
            </a:p>
          </p:txBody>
        </p:sp>
        <p:sp>
          <p:nvSpPr>
            <p:cNvPr id="40" name="Rectangle 10"/>
            <p:cNvSpPr>
              <a:spLocks noChangeArrowheads="1"/>
            </p:cNvSpPr>
            <p:nvPr/>
          </p:nvSpPr>
          <p:spPr bwMode="auto">
            <a:xfrm>
              <a:off x="982" y="1847"/>
              <a:ext cx="340" cy="323"/>
            </a:xfrm>
            <a:prstGeom prst="rect">
              <a:avLst/>
            </a:prstGeom>
            <a:solidFill>
              <a:srgbClr val="006699"/>
            </a:solidFill>
            <a:ln w="28575">
              <a:solidFill>
                <a:srgbClr val="99CCFF"/>
              </a:solidFill>
              <a:miter lim="800000"/>
              <a:headEnd/>
              <a:tailEnd/>
            </a:ln>
            <a:effectLst/>
          </p:spPr>
          <p:txBody>
            <a:bodyPr wrap="none" lIns="89988" tIns="46794" rIns="89988" bIns="46794" anchor="ctr"/>
            <a:lstStyle/>
            <a:p>
              <a:pPr algn="ctr">
                <a:lnSpc>
                  <a:spcPct val="80000"/>
                </a:lnSpc>
                <a:defRPr/>
              </a:pPr>
              <a:r>
                <a:rPr lang="en-US" altLang="ko-KR" sz="3200" b="1">
                  <a:solidFill>
                    <a:srgbClr val="EDFFCD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HY견명조" pitchFamily="18" charset="-127"/>
                  <a:ea typeface="HY견명조" pitchFamily="18" charset="-127"/>
                  <a:cs typeface="Arial" pitchFamily="34" charset="0"/>
                </a:rPr>
                <a:t>Ⅱ</a:t>
              </a:r>
            </a:p>
          </p:txBody>
        </p:sp>
        <p:sp>
          <p:nvSpPr>
            <p:cNvPr id="41" name="Rectangle 11"/>
            <p:cNvSpPr>
              <a:spLocks noChangeArrowheads="1"/>
            </p:cNvSpPr>
            <p:nvPr/>
          </p:nvSpPr>
          <p:spPr bwMode="auto">
            <a:xfrm>
              <a:off x="1338" y="1857"/>
              <a:ext cx="3074" cy="288"/>
            </a:xfrm>
            <a:prstGeom prst="rect">
              <a:avLst/>
            </a:prstGeom>
            <a:noFill/>
            <a:ln>
              <a:noFill/>
            </a:ln>
            <a:effectLst>
              <a:outerShdw dist="28398" dir="1593903" algn="ctr" rotWithShape="0">
                <a:srgbClr val="FFFFFF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97974" tIns="46794" rIns="197974" bIns="46794" anchor="ctr"/>
            <a:lstStyle/>
            <a:p>
              <a:r>
                <a:rPr lang="ko-KR" altLang="en-US" sz="2400" dirty="0" smtClean="0">
                  <a:solidFill>
                    <a:srgbClr val="003399"/>
                  </a:solidFill>
                  <a:latin typeface="HY견고딕" pitchFamily="18" charset="-127"/>
                  <a:ea typeface="HY견고딕" pitchFamily="18" charset="-127"/>
                </a:rPr>
                <a:t>내부 관점 </a:t>
              </a:r>
              <a:endParaRPr lang="ko-KR" altLang="en-US" sz="2400" dirty="0">
                <a:solidFill>
                  <a:srgbClr val="003399"/>
                </a:solidFill>
                <a:latin typeface="HY견고딕" pitchFamily="18" charset="-127"/>
                <a:ea typeface="HY견고딕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11681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3" cstate="print">
            <a:duotone>
              <a:prstClr val="black"/>
              <a:schemeClr val="accent5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1116215" y="738783"/>
            <a:ext cx="6905625" cy="962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 bwMode="auto">
          <a:xfrm>
            <a:off x="1098930" y="954807"/>
            <a:ext cx="6929454" cy="507831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2921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2700" b="1" i="1" spc="-150" dirty="0" smtClean="0">
                <a:ln>
                  <a:solidFill>
                    <a:schemeClr val="bg1">
                      <a:lumMod val="85000"/>
                    </a:schemeClr>
                  </a:solidFill>
                  <a:prstDash val="solid"/>
                </a:ln>
                <a:gradFill rotWithShape="1">
                  <a:gsLst>
                    <a:gs pos="0">
                      <a:schemeClr val="bg1">
                        <a:lumMod val="85000"/>
                      </a:schemeClr>
                    </a:gs>
                    <a:gs pos="40000">
                      <a:schemeClr val="bg1"/>
                    </a:gs>
                    <a:gs pos="50000">
                      <a:schemeClr val="bg1">
                        <a:lumMod val="65000"/>
                      </a:schemeClr>
                    </a:gs>
                    <a:gs pos="6800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5400000"/>
                </a:gradFill>
                <a:effectLst>
                  <a:outerShdw blurRad="50800" dist="38100" dir="5040000" algn="tl">
                    <a:schemeClr val="tx1">
                      <a:alpha val="70000"/>
                    </a:schemeClr>
                  </a:outerShdw>
                </a:effectLst>
                <a:latin typeface="HY견고딕"/>
                <a:ea typeface="HY견고딕"/>
              </a:rPr>
              <a:t>『</a:t>
            </a:r>
            <a:r>
              <a:rPr kumimoji="0" lang="ko-KR" altLang="en-US" sz="2700" b="1" i="1" spc="-150" dirty="0" smtClean="0">
                <a:ln>
                  <a:solidFill>
                    <a:schemeClr val="bg1">
                      <a:lumMod val="85000"/>
                    </a:schemeClr>
                  </a:solidFill>
                  <a:prstDash val="solid"/>
                </a:ln>
                <a:gradFill rotWithShape="1">
                  <a:gsLst>
                    <a:gs pos="0">
                      <a:schemeClr val="bg1">
                        <a:lumMod val="85000"/>
                      </a:schemeClr>
                    </a:gs>
                    <a:gs pos="40000">
                      <a:schemeClr val="bg1"/>
                    </a:gs>
                    <a:gs pos="50000">
                      <a:schemeClr val="bg1">
                        <a:lumMod val="65000"/>
                      </a:schemeClr>
                    </a:gs>
                    <a:gs pos="6800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5400000"/>
                </a:gradFill>
                <a:effectLst>
                  <a:outerShdw blurRad="50800" dist="38100" dir="5040000" algn="tl">
                    <a:schemeClr val="tx1">
                      <a:alpha val="70000"/>
                    </a:schemeClr>
                  </a:outerShdw>
                </a:effectLst>
                <a:latin typeface="HY견고딕"/>
                <a:ea typeface="HY견고딕"/>
              </a:rPr>
              <a:t>사업의 소형화 추세 증가</a:t>
            </a:r>
            <a:r>
              <a:rPr kumimoji="0" lang="en-US" altLang="ko-KR" sz="2700" b="1" spc="-150" dirty="0" smtClean="0">
                <a:ln>
                  <a:solidFill>
                    <a:schemeClr val="bg1">
                      <a:lumMod val="85000"/>
                    </a:schemeClr>
                  </a:solidFill>
                  <a:prstDash val="solid"/>
                </a:ln>
                <a:gradFill rotWithShape="1">
                  <a:gsLst>
                    <a:gs pos="0">
                      <a:schemeClr val="bg1">
                        <a:lumMod val="85000"/>
                      </a:schemeClr>
                    </a:gs>
                    <a:gs pos="40000">
                      <a:schemeClr val="bg1"/>
                    </a:gs>
                    <a:gs pos="50000">
                      <a:schemeClr val="bg1">
                        <a:lumMod val="65000"/>
                      </a:schemeClr>
                    </a:gs>
                    <a:gs pos="6800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5400000"/>
                </a:gradFill>
                <a:effectLst>
                  <a:outerShdw blurRad="50800" dist="38100" dir="5040000" algn="tl">
                    <a:schemeClr val="tx1">
                      <a:alpha val="70000"/>
                    </a:schemeClr>
                  </a:outerShdw>
                </a:effectLst>
                <a:latin typeface="HY견고딕"/>
                <a:ea typeface="HY견고딕"/>
              </a:rPr>
              <a:t>』</a:t>
            </a:r>
            <a:endParaRPr kumimoji="0" lang="ko-KR" altLang="en-US" sz="2700" b="1" spc="-150" dirty="0">
              <a:ln>
                <a:solidFill>
                  <a:schemeClr val="bg1">
                    <a:lumMod val="85000"/>
                  </a:schemeClr>
                </a:solidFill>
                <a:prstDash val="solid"/>
              </a:ln>
              <a:gradFill rotWithShape="1">
                <a:gsLst>
                  <a:gs pos="0">
                    <a:schemeClr val="bg1">
                      <a:lumMod val="85000"/>
                    </a:schemeClr>
                  </a:gs>
                  <a:gs pos="40000">
                    <a:schemeClr val="bg1"/>
                  </a:gs>
                  <a:gs pos="50000">
                    <a:schemeClr val="bg1">
                      <a:lumMod val="65000"/>
                    </a:schemeClr>
                  </a:gs>
                  <a:gs pos="6800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5400000"/>
              </a:gradFill>
              <a:effectLst>
                <a:outerShdw blurRad="50800" dist="38100" dir="5040000" algn="tl">
                  <a:schemeClr val="tx1">
                    <a:alpha val="70000"/>
                  </a:schemeClr>
                </a:outerShdw>
              </a:effectLst>
              <a:latin typeface="HY헤드라인M" pitchFamily="18" charset="-127"/>
              <a:ea typeface="HY헤드라인M" pitchFamily="18" charset="-127"/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971550" y="1772817"/>
            <a:ext cx="7429500" cy="720079"/>
            <a:chOff x="971550" y="2636912"/>
            <a:chExt cx="7429500" cy="1236663"/>
          </a:xfrm>
        </p:grpSpPr>
        <p:sp>
          <p:nvSpPr>
            <p:cNvPr id="4" name="AutoShape 9"/>
            <p:cNvSpPr>
              <a:spLocks noChangeArrowheads="1"/>
            </p:cNvSpPr>
            <p:nvPr/>
          </p:nvSpPr>
          <p:spPr bwMode="auto">
            <a:xfrm>
              <a:off x="971550" y="2636912"/>
              <a:ext cx="7429500" cy="1236663"/>
            </a:xfrm>
            <a:prstGeom prst="roundRect">
              <a:avLst>
                <a:gd name="adj" fmla="val 9741"/>
              </a:avLst>
            </a:prstGeom>
            <a:gradFill rotWithShape="1">
              <a:gsLst>
                <a:gs pos="0">
                  <a:srgbClr val="FFFFFF"/>
                </a:gs>
                <a:gs pos="100000">
                  <a:srgbClr val="DDDDDD"/>
                </a:gs>
              </a:gsLst>
              <a:lin ang="5400000" scaled="1"/>
            </a:gradFill>
            <a:ln w="19050" algn="ctr">
              <a:solidFill>
                <a:srgbClr val="0070C0">
                  <a:alpha val="50000"/>
                </a:srgbClr>
              </a:solidFill>
              <a:round/>
              <a:headEnd/>
              <a:tailEnd/>
            </a:ln>
            <a:effectLst>
              <a:outerShdw dist="45791" dir="3378596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1600" kern="0">
                <a:solidFill>
                  <a:sysClr val="windowText" lastClr="000000"/>
                </a:solidFill>
                <a:latin typeface="HY헤드라인M" pitchFamily="18" charset="-127"/>
                <a:ea typeface="HY헤드라인M" pitchFamily="18" charset="-127"/>
              </a:endParaRPr>
            </a:p>
          </p:txBody>
        </p:sp>
        <p:sp>
          <p:nvSpPr>
            <p:cNvPr id="14" name="TextBox 59"/>
            <p:cNvSpPr txBox="1">
              <a:spLocks noChangeArrowheads="1"/>
            </p:cNvSpPr>
            <p:nvPr/>
          </p:nvSpPr>
          <p:spPr bwMode="auto">
            <a:xfrm>
              <a:off x="1187624" y="2833444"/>
              <a:ext cx="7213426" cy="7928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indent="176213">
                <a:lnSpc>
                  <a:spcPct val="150000"/>
                </a:lnSpc>
                <a:spcBef>
                  <a:spcPts val="0"/>
                </a:spcBef>
                <a:buFontTx/>
                <a:buBlip>
                  <a:blip r:embed="rId4"/>
                </a:buBlip>
              </a:pPr>
              <a:r>
                <a:rPr lang="ko-KR" altLang="en-US" sz="1600" dirty="0" err="1" smtClean="0">
                  <a:latin typeface="HY헤드라인M" pitchFamily="18" charset="-127"/>
                  <a:ea typeface="HY헤드라인M" pitchFamily="18" charset="-127"/>
                </a:rPr>
                <a:t>바우처</a:t>
              </a:r>
              <a:r>
                <a:rPr lang="ko-KR" altLang="en-US" sz="1600" dirty="0" smtClean="0">
                  <a:latin typeface="HY헤드라인M" pitchFamily="18" charset="-127"/>
                  <a:ea typeface="HY헤드라인M" pitchFamily="18" charset="-127"/>
                </a:rPr>
                <a:t> 사업 등 정부 정책적 </a:t>
              </a:r>
              <a:r>
                <a:rPr lang="en-US" altLang="ko-KR" sz="1600" dirty="0" smtClean="0">
                  <a:latin typeface="HY헤드라인M" pitchFamily="18" charset="-127"/>
                  <a:ea typeface="HY헤드라인M" pitchFamily="18" charset="-127"/>
                </a:rPr>
                <a:t>R&amp;D </a:t>
              </a:r>
              <a:r>
                <a:rPr lang="ko-KR" altLang="en-US" sz="1600" dirty="0" smtClean="0">
                  <a:latin typeface="HY헤드라인M" pitchFamily="18" charset="-127"/>
                  <a:ea typeface="HY헤드라인M" pitchFamily="18" charset="-127"/>
                </a:rPr>
                <a:t>주도로 사업의 소형화 증가 추세</a:t>
              </a:r>
              <a:endParaRPr lang="en-US" altLang="ko-KR" sz="1600" dirty="0">
                <a:latin typeface="HY헤드라인M" pitchFamily="18" charset="-127"/>
                <a:ea typeface="HY헤드라인M" pitchFamily="18" charset="-127"/>
              </a:endParaRPr>
            </a:p>
          </p:txBody>
        </p:sp>
      </p:grpSp>
      <p:sp>
        <p:nvSpPr>
          <p:cNvPr id="8" name="직사각형 7"/>
          <p:cNvSpPr/>
          <p:nvPr/>
        </p:nvSpPr>
        <p:spPr>
          <a:xfrm>
            <a:off x="8715404" y="6429396"/>
            <a:ext cx="428628" cy="428628"/>
          </a:xfrm>
          <a:prstGeom prst="rect">
            <a:avLst/>
          </a:prstGeom>
          <a:gradFill>
            <a:gsLst>
              <a:gs pos="0">
                <a:schemeClr val="accent6">
                  <a:shade val="51000"/>
                  <a:satMod val="130000"/>
                  <a:alpha val="0"/>
                </a:schemeClr>
              </a:gs>
              <a:gs pos="80000">
                <a:schemeClr val="accent6">
                  <a:shade val="93000"/>
                  <a:satMod val="130000"/>
                </a:schemeClr>
              </a:gs>
              <a:gs pos="100000">
                <a:schemeClr val="accent6">
                  <a:shade val="94000"/>
                  <a:satMod val="135000"/>
                </a:schemeClr>
              </a:gs>
            </a:gsLst>
            <a:lin ang="3600000" scaled="0"/>
          </a:gra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5000"/>
              </a:lnSpc>
              <a:defRPr/>
            </a:pPr>
            <a:r>
              <a:rPr lang="en-US" altLang="ko-KR" b="1" spc="-150" dirty="0" smtClean="0">
                <a:solidFill>
                  <a:srgbClr val="000000"/>
                </a:solidFill>
              </a:rPr>
              <a:t>16</a:t>
            </a:r>
            <a:endParaRPr lang="ko-KR" altLang="en-US" b="1" spc="-150" dirty="0">
              <a:solidFill>
                <a:srgbClr val="000000"/>
              </a:solidFill>
            </a:endParaRPr>
          </a:p>
        </p:txBody>
      </p:sp>
      <p:grpSp>
        <p:nvGrpSpPr>
          <p:cNvPr id="9" name="그룹 8"/>
          <p:cNvGrpSpPr/>
          <p:nvPr/>
        </p:nvGrpSpPr>
        <p:grpSpPr>
          <a:xfrm>
            <a:off x="971550" y="4247010"/>
            <a:ext cx="7429500" cy="1126206"/>
            <a:chOff x="971550" y="1916832"/>
            <a:chExt cx="7429500" cy="1126206"/>
          </a:xfrm>
        </p:grpSpPr>
        <p:sp>
          <p:nvSpPr>
            <p:cNvPr id="10" name="AutoShape 9"/>
            <p:cNvSpPr>
              <a:spLocks noChangeArrowheads="1"/>
            </p:cNvSpPr>
            <p:nvPr/>
          </p:nvSpPr>
          <p:spPr bwMode="auto">
            <a:xfrm>
              <a:off x="971550" y="1916832"/>
              <a:ext cx="7429500" cy="1126206"/>
            </a:xfrm>
            <a:prstGeom prst="roundRect">
              <a:avLst>
                <a:gd name="adj" fmla="val 9741"/>
              </a:avLst>
            </a:prstGeom>
            <a:gradFill rotWithShape="1">
              <a:gsLst>
                <a:gs pos="0">
                  <a:srgbClr val="FFFFFF"/>
                </a:gs>
                <a:gs pos="100000">
                  <a:srgbClr val="DDDDDD"/>
                </a:gs>
              </a:gsLst>
              <a:lin ang="5400000" scaled="1"/>
            </a:gradFill>
            <a:ln w="19050" algn="ctr">
              <a:solidFill>
                <a:srgbClr val="0070C0">
                  <a:alpha val="50000"/>
                </a:srgbClr>
              </a:solidFill>
              <a:round/>
              <a:headEnd/>
              <a:tailEnd/>
            </a:ln>
            <a:effectLst>
              <a:outerShdw dist="45791" dir="3378596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1600" kern="0">
                <a:solidFill>
                  <a:sysClr val="windowText" lastClr="000000"/>
                </a:solidFill>
                <a:latin typeface="HY헤드라인M" pitchFamily="18" charset="-127"/>
                <a:ea typeface="HY헤드라인M" pitchFamily="18" charset="-127"/>
              </a:endParaRPr>
            </a:p>
          </p:txBody>
        </p:sp>
        <p:sp>
          <p:nvSpPr>
            <p:cNvPr id="11" name="TextBox 59"/>
            <p:cNvSpPr txBox="1">
              <a:spLocks noChangeArrowheads="1"/>
            </p:cNvSpPr>
            <p:nvPr/>
          </p:nvSpPr>
          <p:spPr bwMode="auto">
            <a:xfrm>
              <a:off x="1187624" y="2113364"/>
              <a:ext cx="7213426" cy="7735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indent="176213">
                <a:lnSpc>
                  <a:spcPct val="150000"/>
                </a:lnSpc>
                <a:spcBef>
                  <a:spcPts val="0"/>
                </a:spcBef>
                <a:buFontTx/>
                <a:buBlip>
                  <a:blip r:embed="rId4"/>
                </a:buBlip>
              </a:pPr>
              <a:r>
                <a:rPr lang="ko-KR" altLang="en-US" sz="1600" dirty="0" smtClean="0">
                  <a:latin typeface="HY헤드라인M" pitchFamily="18" charset="-127"/>
                  <a:ea typeface="HY헤드라인M" pitchFamily="18" charset="-127"/>
                </a:rPr>
                <a:t>단기 실적 중심의 프로젝트 수행으로 국가를 위한 연구수행보다는 부서 </a:t>
              </a:r>
              <a:endParaRPr lang="en-US" altLang="ko-KR" sz="1600" dirty="0" smtClean="0">
                <a:latin typeface="HY헤드라인M" pitchFamily="18" charset="-127"/>
                <a:ea typeface="HY헤드라인M" pitchFamily="18" charset="-127"/>
              </a:endParaRPr>
            </a:p>
            <a:p>
              <a:pPr>
                <a:lnSpc>
                  <a:spcPct val="150000"/>
                </a:lnSpc>
                <a:spcBef>
                  <a:spcPts val="0"/>
                </a:spcBef>
              </a:pPr>
              <a:r>
                <a:rPr lang="en-US" altLang="ko-KR" sz="1600" dirty="0">
                  <a:latin typeface="HY헤드라인M" pitchFamily="18" charset="-127"/>
                  <a:ea typeface="HY헤드라인M" pitchFamily="18" charset="-127"/>
                </a:rPr>
                <a:t> </a:t>
              </a:r>
              <a:r>
                <a:rPr lang="en-US" altLang="ko-KR" sz="1600" dirty="0" smtClean="0">
                  <a:latin typeface="HY헤드라인M" pitchFamily="18" charset="-127"/>
                  <a:ea typeface="HY헤드라인M" pitchFamily="18" charset="-127"/>
                </a:rPr>
                <a:t> </a:t>
              </a:r>
              <a:r>
                <a:rPr lang="ko-KR" altLang="en-US" sz="1600" dirty="0" smtClean="0">
                  <a:latin typeface="HY헤드라인M" pitchFamily="18" charset="-127"/>
                  <a:ea typeface="HY헤드라인M" pitchFamily="18" charset="-127"/>
                </a:rPr>
                <a:t>생존을 위한 연구수행</a:t>
              </a:r>
              <a:endParaRPr lang="en-US" altLang="ko-KR" sz="1600" dirty="0">
                <a:latin typeface="HY헤드라인M" pitchFamily="18" charset="-127"/>
                <a:ea typeface="HY헤드라인M" pitchFamily="18" charset="-127"/>
              </a:endParaRPr>
            </a:p>
          </p:txBody>
        </p:sp>
      </p:grpSp>
      <p:pic>
        <p:nvPicPr>
          <p:cNvPr id="16" name="Picture 4"/>
          <p:cNvPicPr>
            <a:picLocks noChangeAspect="1" noChangeArrowheads="1"/>
          </p:cNvPicPr>
          <p:nvPr/>
        </p:nvPicPr>
        <p:blipFill>
          <a:blip r:embed="rId3" cstate="print">
            <a:duotone>
              <a:prstClr val="black"/>
              <a:schemeClr val="accent5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1116215" y="3212976"/>
            <a:ext cx="6905625" cy="962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16"/>
          <p:cNvSpPr txBox="1"/>
          <p:nvPr/>
        </p:nvSpPr>
        <p:spPr bwMode="auto">
          <a:xfrm>
            <a:off x="1115616" y="3356993"/>
            <a:ext cx="6929454" cy="507831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2921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2700" b="1" i="1" spc="-150" dirty="0" smtClean="0">
                <a:ln>
                  <a:solidFill>
                    <a:schemeClr val="bg1">
                      <a:lumMod val="85000"/>
                    </a:schemeClr>
                  </a:solidFill>
                  <a:prstDash val="solid"/>
                </a:ln>
                <a:gradFill rotWithShape="1">
                  <a:gsLst>
                    <a:gs pos="0">
                      <a:schemeClr val="bg1">
                        <a:lumMod val="85000"/>
                      </a:schemeClr>
                    </a:gs>
                    <a:gs pos="40000">
                      <a:schemeClr val="bg1"/>
                    </a:gs>
                    <a:gs pos="50000">
                      <a:schemeClr val="bg1">
                        <a:lumMod val="65000"/>
                      </a:schemeClr>
                    </a:gs>
                    <a:gs pos="6800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5400000"/>
                </a:gradFill>
                <a:effectLst>
                  <a:outerShdw blurRad="50800" dist="38100" dir="5040000" algn="tl">
                    <a:schemeClr val="tx1">
                      <a:alpha val="70000"/>
                    </a:schemeClr>
                  </a:outerShdw>
                </a:effectLst>
                <a:latin typeface="HY견고딕"/>
                <a:ea typeface="HY견고딕"/>
              </a:rPr>
              <a:t>『</a:t>
            </a:r>
            <a:r>
              <a:rPr kumimoji="0" lang="ko-KR" altLang="en-US" sz="2700" b="1" i="1" spc="-150" dirty="0" smtClean="0">
                <a:ln>
                  <a:solidFill>
                    <a:schemeClr val="bg1">
                      <a:lumMod val="85000"/>
                    </a:schemeClr>
                  </a:solidFill>
                  <a:prstDash val="solid"/>
                </a:ln>
                <a:gradFill rotWithShape="1">
                  <a:gsLst>
                    <a:gs pos="0">
                      <a:schemeClr val="bg1">
                        <a:lumMod val="85000"/>
                      </a:schemeClr>
                    </a:gs>
                    <a:gs pos="40000">
                      <a:schemeClr val="bg1"/>
                    </a:gs>
                    <a:gs pos="50000">
                      <a:schemeClr val="bg1">
                        <a:lumMod val="65000"/>
                      </a:schemeClr>
                    </a:gs>
                    <a:gs pos="6800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5400000"/>
                </a:gradFill>
                <a:effectLst>
                  <a:outerShdw blurRad="50800" dist="38100" dir="5040000" algn="tl">
                    <a:schemeClr val="tx1">
                      <a:alpha val="70000"/>
                    </a:schemeClr>
                  </a:outerShdw>
                </a:effectLst>
                <a:latin typeface="HY견고딕"/>
                <a:ea typeface="HY견고딕"/>
              </a:rPr>
              <a:t>출연</a:t>
            </a:r>
            <a:r>
              <a:rPr kumimoji="0" lang="en-US" altLang="ko-KR" sz="2700" b="1" i="1" spc="-150" dirty="0" smtClean="0">
                <a:ln>
                  <a:solidFill>
                    <a:schemeClr val="bg1">
                      <a:lumMod val="85000"/>
                    </a:schemeClr>
                  </a:solidFill>
                  <a:prstDash val="solid"/>
                </a:ln>
                <a:gradFill rotWithShape="1">
                  <a:gsLst>
                    <a:gs pos="0">
                      <a:schemeClr val="bg1">
                        <a:lumMod val="85000"/>
                      </a:schemeClr>
                    </a:gs>
                    <a:gs pos="40000">
                      <a:schemeClr val="bg1"/>
                    </a:gs>
                    <a:gs pos="50000">
                      <a:schemeClr val="bg1">
                        <a:lumMod val="65000"/>
                      </a:schemeClr>
                    </a:gs>
                    <a:gs pos="6800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5400000"/>
                </a:gradFill>
                <a:effectLst>
                  <a:outerShdw blurRad="50800" dist="38100" dir="5040000" algn="tl">
                    <a:schemeClr val="tx1">
                      <a:alpha val="70000"/>
                    </a:schemeClr>
                  </a:outerShdw>
                </a:effectLst>
                <a:latin typeface="HY견고딕"/>
                <a:ea typeface="HY견고딕"/>
              </a:rPr>
              <a:t>(</a:t>
            </a:r>
            <a:r>
              <a:rPr kumimoji="0" lang="ko-KR" altLang="en-US" sz="2700" b="1" i="1" spc="-150" dirty="0" smtClean="0">
                <a:ln>
                  <a:solidFill>
                    <a:schemeClr val="bg1">
                      <a:lumMod val="85000"/>
                    </a:schemeClr>
                  </a:solidFill>
                  <a:prstDash val="solid"/>
                </a:ln>
                <a:gradFill rotWithShape="1">
                  <a:gsLst>
                    <a:gs pos="0">
                      <a:schemeClr val="bg1">
                        <a:lumMod val="85000"/>
                      </a:schemeClr>
                    </a:gs>
                    <a:gs pos="40000">
                      <a:schemeClr val="bg1"/>
                    </a:gs>
                    <a:gs pos="50000">
                      <a:schemeClr val="bg1">
                        <a:lumMod val="65000"/>
                      </a:schemeClr>
                    </a:gs>
                    <a:gs pos="6800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5400000"/>
                </a:gradFill>
                <a:effectLst>
                  <a:outerShdw blurRad="50800" dist="38100" dir="5040000" algn="tl">
                    <a:schemeClr val="tx1">
                      <a:alpha val="70000"/>
                    </a:schemeClr>
                  </a:outerShdw>
                </a:effectLst>
                <a:latin typeface="HY견고딕"/>
                <a:ea typeface="HY견고딕"/>
              </a:rPr>
              <a:t>연</a:t>
            </a:r>
            <a:r>
              <a:rPr kumimoji="0" lang="en-US" altLang="ko-KR" sz="2700" b="1" i="1" spc="-150" dirty="0" smtClean="0">
                <a:ln>
                  <a:solidFill>
                    <a:schemeClr val="bg1">
                      <a:lumMod val="85000"/>
                    </a:schemeClr>
                  </a:solidFill>
                  <a:prstDash val="solid"/>
                </a:ln>
                <a:gradFill rotWithShape="1">
                  <a:gsLst>
                    <a:gs pos="0">
                      <a:schemeClr val="bg1">
                        <a:lumMod val="85000"/>
                      </a:schemeClr>
                    </a:gs>
                    <a:gs pos="40000">
                      <a:schemeClr val="bg1"/>
                    </a:gs>
                    <a:gs pos="50000">
                      <a:schemeClr val="bg1">
                        <a:lumMod val="65000"/>
                      </a:schemeClr>
                    </a:gs>
                    <a:gs pos="6800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5400000"/>
                </a:gradFill>
                <a:effectLst>
                  <a:outerShdw blurRad="50800" dist="38100" dir="5040000" algn="tl">
                    <a:schemeClr val="tx1">
                      <a:alpha val="70000"/>
                    </a:schemeClr>
                  </a:outerShdw>
                </a:effectLst>
                <a:latin typeface="HY견고딕"/>
                <a:ea typeface="HY견고딕"/>
              </a:rPr>
              <a:t>) </a:t>
            </a:r>
            <a:r>
              <a:rPr kumimoji="0" lang="ko-KR" altLang="en-US" sz="2700" b="1" i="1" spc="-150" dirty="0" smtClean="0">
                <a:ln>
                  <a:solidFill>
                    <a:schemeClr val="bg1">
                      <a:lumMod val="85000"/>
                    </a:schemeClr>
                  </a:solidFill>
                  <a:prstDash val="solid"/>
                </a:ln>
                <a:gradFill rotWithShape="1">
                  <a:gsLst>
                    <a:gs pos="0">
                      <a:schemeClr val="bg1">
                        <a:lumMod val="85000"/>
                      </a:schemeClr>
                    </a:gs>
                    <a:gs pos="40000">
                      <a:schemeClr val="bg1"/>
                    </a:gs>
                    <a:gs pos="50000">
                      <a:schemeClr val="bg1">
                        <a:lumMod val="65000"/>
                      </a:schemeClr>
                    </a:gs>
                    <a:gs pos="6800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5400000"/>
                </a:gradFill>
                <a:effectLst>
                  <a:outerShdw blurRad="50800" dist="38100" dir="5040000" algn="tl">
                    <a:schemeClr val="tx1">
                      <a:alpha val="70000"/>
                    </a:schemeClr>
                  </a:outerShdw>
                </a:effectLst>
                <a:latin typeface="HY견고딕"/>
                <a:ea typeface="HY견고딕"/>
              </a:rPr>
              <a:t>미션의 혼란</a:t>
            </a:r>
            <a:r>
              <a:rPr kumimoji="0" lang="en-US" altLang="ko-KR" sz="2700" b="1" spc="-150" dirty="0" smtClean="0">
                <a:ln>
                  <a:solidFill>
                    <a:schemeClr val="bg1">
                      <a:lumMod val="85000"/>
                    </a:schemeClr>
                  </a:solidFill>
                  <a:prstDash val="solid"/>
                </a:ln>
                <a:gradFill rotWithShape="1">
                  <a:gsLst>
                    <a:gs pos="0">
                      <a:schemeClr val="bg1">
                        <a:lumMod val="85000"/>
                      </a:schemeClr>
                    </a:gs>
                    <a:gs pos="40000">
                      <a:schemeClr val="bg1"/>
                    </a:gs>
                    <a:gs pos="50000">
                      <a:schemeClr val="bg1">
                        <a:lumMod val="65000"/>
                      </a:schemeClr>
                    </a:gs>
                    <a:gs pos="6800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5400000"/>
                </a:gradFill>
                <a:effectLst>
                  <a:outerShdw blurRad="50800" dist="38100" dir="5040000" algn="tl">
                    <a:schemeClr val="tx1">
                      <a:alpha val="70000"/>
                    </a:schemeClr>
                  </a:outerShdw>
                </a:effectLst>
                <a:latin typeface="HY견고딕"/>
                <a:ea typeface="HY견고딕"/>
              </a:rPr>
              <a:t>』</a:t>
            </a:r>
            <a:endParaRPr kumimoji="0" lang="ko-KR" altLang="en-US" sz="2700" b="1" spc="-150" dirty="0">
              <a:ln>
                <a:solidFill>
                  <a:schemeClr val="bg1">
                    <a:lumMod val="85000"/>
                  </a:schemeClr>
                </a:solidFill>
                <a:prstDash val="solid"/>
              </a:ln>
              <a:gradFill rotWithShape="1">
                <a:gsLst>
                  <a:gs pos="0">
                    <a:schemeClr val="bg1">
                      <a:lumMod val="85000"/>
                    </a:schemeClr>
                  </a:gs>
                  <a:gs pos="40000">
                    <a:schemeClr val="bg1"/>
                  </a:gs>
                  <a:gs pos="50000">
                    <a:schemeClr val="bg1">
                      <a:lumMod val="65000"/>
                    </a:schemeClr>
                  </a:gs>
                  <a:gs pos="6800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5400000"/>
              </a:gradFill>
              <a:effectLst>
                <a:outerShdw blurRad="50800" dist="38100" dir="5040000" algn="tl">
                  <a:schemeClr val="tx1">
                    <a:alpha val="70000"/>
                  </a:schemeClr>
                </a:outerShdw>
              </a:effectLst>
              <a:latin typeface="HY헤드라인M" pitchFamily="18" charset="-127"/>
              <a:ea typeface="HY헤드라인M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29332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3" cstate="print">
            <a:duotone>
              <a:prstClr val="black"/>
              <a:schemeClr val="accent5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1116215" y="738783"/>
            <a:ext cx="6905625" cy="962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 bwMode="auto">
          <a:xfrm>
            <a:off x="1098930" y="954807"/>
            <a:ext cx="6929454" cy="507831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2921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2700" b="1" i="1" spc="-150" dirty="0" smtClean="0">
                <a:ln>
                  <a:solidFill>
                    <a:schemeClr val="bg1">
                      <a:lumMod val="85000"/>
                    </a:schemeClr>
                  </a:solidFill>
                  <a:prstDash val="solid"/>
                </a:ln>
                <a:gradFill rotWithShape="1">
                  <a:gsLst>
                    <a:gs pos="0">
                      <a:schemeClr val="bg1">
                        <a:lumMod val="85000"/>
                      </a:schemeClr>
                    </a:gs>
                    <a:gs pos="40000">
                      <a:schemeClr val="bg1"/>
                    </a:gs>
                    <a:gs pos="50000">
                      <a:schemeClr val="bg1">
                        <a:lumMod val="65000"/>
                      </a:schemeClr>
                    </a:gs>
                    <a:gs pos="6800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5400000"/>
                </a:gradFill>
                <a:effectLst>
                  <a:outerShdw blurRad="50800" dist="38100" dir="5040000" algn="tl">
                    <a:schemeClr val="tx1">
                      <a:alpha val="70000"/>
                    </a:schemeClr>
                  </a:outerShdw>
                </a:effectLst>
                <a:latin typeface="HY견고딕"/>
                <a:ea typeface="HY견고딕"/>
              </a:rPr>
              <a:t>『</a:t>
            </a:r>
            <a:r>
              <a:rPr kumimoji="0" lang="ko-KR" altLang="en-US" sz="2700" b="1" i="1" spc="-150" dirty="0">
                <a:ln>
                  <a:solidFill>
                    <a:schemeClr val="bg1">
                      <a:lumMod val="85000"/>
                    </a:schemeClr>
                  </a:solidFill>
                  <a:prstDash val="solid"/>
                </a:ln>
                <a:gradFill rotWithShape="1">
                  <a:gsLst>
                    <a:gs pos="0">
                      <a:schemeClr val="bg1">
                        <a:lumMod val="85000"/>
                      </a:schemeClr>
                    </a:gs>
                    <a:gs pos="40000">
                      <a:schemeClr val="bg1"/>
                    </a:gs>
                    <a:gs pos="50000">
                      <a:schemeClr val="bg1">
                        <a:lumMod val="65000"/>
                      </a:schemeClr>
                    </a:gs>
                    <a:gs pos="6800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5400000"/>
                </a:gradFill>
                <a:effectLst>
                  <a:outerShdw blurRad="50800" dist="38100" dir="5040000" algn="tl">
                    <a:schemeClr val="tx1">
                      <a:alpha val="70000"/>
                    </a:schemeClr>
                  </a:outerShdw>
                </a:effectLst>
                <a:latin typeface="HY견고딕"/>
                <a:ea typeface="HY견고딕"/>
              </a:rPr>
              <a:t> 연구 결과물의 상용화 의식 부족 </a:t>
            </a:r>
            <a:r>
              <a:rPr kumimoji="0" lang="en-US" altLang="ko-KR" sz="2700" b="1" spc="-150" dirty="0" smtClean="0">
                <a:ln>
                  <a:solidFill>
                    <a:schemeClr val="bg1">
                      <a:lumMod val="85000"/>
                    </a:schemeClr>
                  </a:solidFill>
                  <a:prstDash val="solid"/>
                </a:ln>
                <a:gradFill rotWithShape="1">
                  <a:gsLst>
                    <a:gs pos="0">
                      <a:schemeClr val="bg1">
                        <a:lumMod val="85000"/>
                      </a:schemeClr>
                    </a:gs>
                    <a:gs pos="40000">
                      <a:schemeClr val="bg1"/>
                    </a:gs>
                    <a:gs pos="50000">
                      <a:schemeClr val="bg1">
                        <a:lumMod val="65000"/>
                      </a:schemeClr>
                    </a:gs>
                    <a:gs pos="6800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5400000"/>
                </a:gradFill>
                <a:effectLst>
                  <a:outerShdw blurRad="50800" dist="38100" dir="5040000" algn="tl">
                    <a:schemeClr val="tx1">
                      <a:alpha val="70000"/>
                    </a:schemeClr>
                  </a:outerShdw>
                </a:effectLst>
                <a:latin typeface="HY견고딕"/>
                <a:ea typeface="HY견고딕"/>
              </a:rPr>
              <a:t>』</a:t>
            </a:r>
            <a:endParaRPr kumimoji="0" lang="ko-KR" altLang="en-US" sz="2700" b="1" spc="-150" dirty="0">
              <a:ln>
                <a:solidFill>
                  <a:schemeClr val="bg1">
                    <a:lumMod val="85000"/>
                  </a:schemeClr>
                </a:solidFill>
                <a:prstDash val="solid"/>
              </a:ln>
              <a:gradFill rotWithShape="1">
                <a:gsLst>
                  <a:gs pos="0">
                    <a:schemeClr val="bg1">
                      <a:lumMod val="85000"/>
                    </a:schemeClr>
                  </a:gs>
                  <a:gs pos="40000">
                    <a:schemeClr val="bg1"/>
                  </a:gs>
                  <a:gs pos="50000">
                    <a:schemeClr val="bg1">
                      <a:lumMod val="65000"/>
                    </a:schemeClr>
                  </a:gs>
                  <a:gs pos="6800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5400000"/>
              </a:gradFill>
              <a:effectLst>
                <a:outerShdw blurRad="50800" dist="38100" dir="5040000" algn="tl">
                  <a:schemeClr val="tx1">
                    <a:alpha val="70000"/>
                  </a:schemeClr>
                </a:outerShdw>
              </a:effectLst>
              <a:latin typeface="HY헤드라인M" pitchFamily="18" charset="-127"/>
              <a:ea typeface="HY헤드라인M" pitchFamily="18" charset="-127"/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971550" y="1916832"/>
            <a:ext cx="7429500" cy="1080119"/>
            <a:chOff x="971550" y="2636912"/>
            <a:chExt cx="7429500" cy="1236663"/>
          </a:xfrm>
        </p:grpSpPr>
        <p:sp>
          <p:nvSpPr>
            <p:cNvPr id="4" name="AutoShape 9"/>
            <p:cNvSpPr>
              <a:spLocks noChangeArrowheads="1"/>
            </p:cNvSpPr>
            <p:nvPr/>
          </p:nvSpPr>
          <p:spPr bwMode="auto">
            <a:xfrm>
              <a:off x="971550" y="2636912"/>
              <a:ext cx="7429500" cy="1236663"/>
            </a:xfrm>
            <a:prstGeom prst="roundRect">
              <a:avLst>
                <a:gd name="adj" fmla="val 9741"/>
              </a:avLst>
            </a:prstGeom>
            <a:gradFill rotWithShape="1">
              <a:gsLst>
                <a:gs pos="0">
                  <a:srgbClr val="FFFFFF"/>
                </a:gs>
                <a:gs pos="100000">
                  <a:srgbClr val="DDDDDD"/>
                </a:gs>
              </a:gsLst>
              <a:lin ang="5400000" scaled="1"/>
            </a:gradFill>
            <a:ln w="19050" algn="ctr">
              <a:solidFill>
                <a:srgbClr val="0070C0">
                  <a:alpha val="50000"/>
                </a:srgbClr>
              </a:solidFill>
              <a:round/>
              <a:headEnd/>
              <a:tailEnd/>
            </a:ln>
            <a:effectLst>
              <a:outerShdw dist="45791" dir="3378596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1600" kern="0">
                <a:solidFill>
                  <a:sysClr val="windowText" lastClr="000000"/>
                </a:solidFill>
                <a:latin typeface="HY헤드라인M" pitchFamily="18" charset="-127"/>
                <a:ea typeface="HY헤드라인M" pitchFamily="18" charset="-127"/>
              </a:endParaRPr>
            </a:p>
          </p:txBody>
        </p:sp>
        <p:sp>
          <p:nvSpPr>
            <p:cNvPr id="14" name="TextBox 59"/>
            <p:cNvSpPr txBox="1">
              <a:spLocks noChangeArrowheads="1"/>
            </p:cNvSpPr>
            <p:nvPr/>
          </p:nvSpPr>
          <p:spPr bwMode="auto">
            <a:xfrm>
              <a:off x="1187624" y="2998267"/>
              <a:ext cx="7213426" cy="4627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indent="176213">
                <a:lnSpc>
                  <a:spcPct val="150000"/>
                </a:lnSpc>
                <a:spcBef>
                  <a:spcPts val="0"/>
                </a:spcBef>
                <a:buFontTx/>
                <a:buBlip>
                  <a:blip r:embed="rId4"/>
                </a:buBlip>
              </a:pPr>
              <a:r>
                <a:rPr lang="ko-KR" altLang="en-US" sz="1600" dirty="0">
                  <a:latin typeface="HY헤드라인M" pitchFamily="18" charset="-127"/>
                  <a:ea typeface="HY헤드라인M" pitchFamily="18" charset="-127"/>
                </a:rPr>
                <a:t>연구결과물의 상용화 </a:t>
              </a:r>
              <a:r>
                <a:rPr lang="ko-KR" altLang="en-US" sz="1600" dirty="0" smtClean="0">
                  <a:latin typeface="HY헤드라인M" pitchFamily="18" charset="-127"/>
                  <a:ea typeface="HY헤드라인M" pitchFamily="18" charset="-127"/>
                </a:rPr>
                <a:t>보다는 </a:t>
              </a:r>
              <a:r>
                <a:rPr lang="ko-KR" altLang="en-US" sz="1600" dirty="0" err="1" smtClean="0">
                  <a:latin typeface="HY헤드라인M" pitchFamily="18" charset="-127"/>
                  <a:ea typeface="HY헤드라인M" pitchFamily="18" charset="-127"/>
                </a:rPr>
                <a:t>프로토타입의</a:t>
              </a:r>
              <a:r>
                <a:rPr lang="ko-KR" altLang="en-US" sz="1600" dirty="0" smtClean="0">
                  <a:latin typeface="HY헤드라인M" pitchFamily="18" charset="-127"/>
                  <a:ea typeface="HY헤드라인M" pitchFamily="18" charset="-127"/>
                </a:rPr>
                <a:t> </a:t>
              </a:r>
              <a:r>
                <a:rPr lang="ko-KR" altLang="en-US" sz="1600" dirty="0">
                  <a:latin typeface="HY헤드라인M" pitchFamily="18" charset="-127"/>
                  <a:ea typeface="HY헤드라인M" pitchFamily="18" charset="-127"/>
                </a:rPr>
                <a:t>기술 </a:t>
              </a:r>
              <a:r>
                <a:rPr lang="ko-KR" altLang="en-US" sz="1600" dirty="0" smtClean="0">
                  <a:latin typeface="HY헤드라인M" pitchFamily="18" charset="-127"/>
                  <a:ea typeface="HY헤드라인M" pitchFamily="18" charset="-127"/>
                </a:rPr>
                <a:t>개발 추구 </a:t>
              </a:r>
              <a:endParaRPr lang="en-US" altLang="ko-KR" sz="1600" dirty="0">
                <a:latin typeface="HY헤드라인M" pitchFamily="18" charset="-127"/>
                <a:ea typeface="HY헤드라인M" pitchFamily="18" charset="-127"/>
              </a:endParaRPr>
            </a:p>
          </p:txBody>
        </p:sp>
      </p:grpSp>
      <p:sp>
        <p:nvSpPr>
          <p:cNvPr id="8" name="직사각형 7"/>
          <p:cNvSpPr/>
          <p:nvPr/>
        </p:nvSpPr>
        <p:spPr>
          <a:xfrm>
            <a:off x="8715404" y="6429396"/>
            <a:ext cx="428628" cy="428628"/>
          </a:xfrm>
          <a:prstGeom prst="rect">
            <a:avLst/>
          </a:prstGeom>
          <a:gradFill>
            <a:gsLst>
              <a:gs pos="0">
                <a:schemeClr val="accent6">
                  <a:shade val="51000"/>
                  <a:satMod val="130000"/>
                  <a:alpha val="0"/>
                </a:schemeClr>
              </a:gs>
              <a:gs pos="80000">
                <a:schemeClr val="accent6">
                  <a:shade val="93000"/>
                  <a:satMod val="130000"/>
                </a:schemeClr>
              </a:gs>
              <a:gs pos="100000">
                <a:schemeClr val="accent6">
                  <a:shade val="94000"/>
                  <a:satMod val="135000"/>
                </a:schemeClr>
              </a:gs>
            </a:gsLst>
            <a:lin ang="3600000" scaled="0"/>
          </a:gra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5000"/>
              </a:lnSpc>
              <a:defRPr/>
            </a:pPr>
            <a:r>
              <a:rPr lang="en-US" altLang="ko-KR" b="1" spc="-150" dirty="0" smtClean="0">
                <a:solidFill>
                  <a:srgbClr val="000000"/>
                </a:solidFill>
              </a:rPr>
              <a:t>16</a:t>
            </a:r>
            <a:endParaRPr lang="ko-KR" altLang="en-US" b="1" spc="-150" dirty="0">
              <a:solidFill>
                <a:srgbClr val="000000"/>
              </a:solidFill>
            </a:endParaRPr>
          </a:p>
        </p:txBody>
      </p:sp>
      <p:grpSp>
        <p:nvGrpSpPr>
          <p:cNvPr id="9" name="그룹 8"/>
          <p:cNvGrpSpPr/>
          <p:nvPr/>
        </p:nvGrpSpPr>
        <p:grpSpPr>
          <a:xfrm>
            <a:off x="971550" y="4967090"/>
            <a:ext cx="7429500" cy="1126206"/>
            <a:chOff x="971550" y="1916832"/>
            <a:chExt cx="7429500" cy="1126206"/>
          </a:xfrm>
        </p:grpSpPr>
        <p:sp>
          <p:nvSpPr>
            <p:cNvPr id="10" name="AutoShape 9"/>
            <p:cNvSpPr>
              <a:spLocks noChangeArrowheads="1"/>
            </p:cNvSpPr>
            <p:nvPr/>
          </p:nvSpPr>
          <p:spPr bwMode="auto">
            <a:xfrm>
              <a:off x="971550" y="1916832"/>
              <a:ext cx="7429500" cy="1126206"/>
            </a:xfrm>
            <a:prstGeom prst="roundRect">
              <a:avLst>
                <a:gd name="adj" fmla="val 9741"/>
              </a:avLst>
            </a:prstGeom>
            <a:gradFill rotWithShape="1">
              <a:gsLst>
                <a:gs pos="0">
                  <a:srgbClr val="FFFFFF"/>
                </a:gs>
                <a:gs pos="100000">
                  <a:srgbClr val="DDDDDD"/>
                </a:gs>
              </a:gsLst>
              <a:lin ang="5400000" scaled="1"/>
            </a:gradFill>
            <a:ln w="19050" algn="ctr">
              <a:solidFill>
                <a:srgbClr val="0070C0">
                  <a:alpha val="50000"/>
                </a:srgbClr>
              </a:solidFill>
              <a:round/>
              <a:headEnd/>
              <a:tailEnd/>
            </a:ln>
            <a:effectLst>
              <a:outerShdw dist="45791" dir="3378596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1600" kern="0">
                <a:solidFill>
                  <a:sysClr val="windowText" lastClr="000000"/>
                </a:solidFill>
                <a:latin typeface="HY헤드라인M" pitchFamily="18" charset="-127"/>
                <a:ea typeface="HY헤드라인M" pitchFamily="18" charset="-127"/>
              </a:endParaRPr>
            </a:p>
          </p:txBody>
        </p:sp>
        <p:sp>
          <p:nvSpPr>
            <p:cNvPr id="11" name="TextBox 59"/>
            <p:cNvSpPr txBox="1">
              <a:spLocks noChangeArrowheads="1"/>
            </p:cNvSpPr>
            <p:nvPr/>
          </p:nvSpPr>
          <p:spPr bwMode="auto">
            <a:xfrm>
              <a:off x="1187624" y="2250950"/>
              <a:ext cx="7213426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indent="176213">
                <a:lnSpc>
                  <a:spcPct val="150000"/>
                </a:lnSpc>
                <a:spcBef>
                  <a:spcPts val="0"/>
                </a:spcBef>
                <a:buFontTx/>
                <a:buBlip>
                  <a:blip r:embed="rId4"/>
                </a:buBlip>
              </a:pPr>
              <a:r>
                <a:rPr lang="ko-KR" altLang="en-US" sz="1600" dirty="0" smtClean="0">
                  <a:latin typeface="HY헤드라인M" pitchFamily="18" charset="-127"/>
                  <a:ea typeface="HY헤드라인M" pitchFamily="18" charset="-127"/>
                </a:rPr>
                <a:t>정부예산 중 </a:t>
              </a:r>
              <a:r>
                <a:rPr lang="en-US" altLang="ko-KR" sz="1600" dirty="0" smtClean="0">
                  <a:latin typeface="HY헤드라인M" pitchFamily="18" charset="-127"/>
                  <a:ea typeface="HY헤드라인M" pitchFamily="18" charset="-127"/>
                </a:rPr>
                <a:t>R&amp;D </a:t>
              </a:r>
              <a:r>
                <a:rPr lang="ko-KR" altLang="en-US" sz="1600" dirty="0" smtClean="0">
                  <a:latin typeface="HY헤드라인M" pitchFamily="18" charset="-127"/>
                  <a:ea typeface="HY헤드라인M" pitchFamily="18" charset="-127"/>
                </a:rPr>
                <a:t>분야 예산 배분의 증가 추세의 변화 예상 </a:t>
              </a:r>
              <a:endParaRPr lang="en-US" altLang="ko-KR" sz="1600" dirty="0">
                <a:latin typeface="HY헤드라인M" pitchFamily="18" charset="-127"/>
                <a:ea typeface="HY헤드라인M" pitchFamily="18" charset="-127"/>
              </a:endParaRPr>
            </a:p>
          </p:txBody>
        </p:sp>
      </p:grpSp>
      <p:pic>
        <p:nvPicPr>
          <p:cNvPr id="18" name="Picture 4"/>
          <p:cNvPicPr>
            <a:picLocks noChangeAspect="1" noChangeArrowheads="1"/>
          </p:cNvPicPr>
          <p:nvPr/>
        </p:nvPicPr>
        <p:blipFill>
          <a:blip r:embed="rId3" cstate="print">
            <a:duotone>
              <a:prstClr val="black"/>
              <a:schemeClr val="accent5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1115616" y="3717032"/>
            <a:ext cx="6905625" cy="962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" name="TextBox 18"/>
          <p:cNvSpPr txBox="1"/>
          <p:nvPr/>
        </p:nvSpPr>
        <p:spPr bwMode="auto">
          <a:xfrm>
            <a:off x="1098930" y="4001289"/>
            <a:ext cx="6929454" cy="507831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2921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2700" b="1" i="1" spc="-150" dirty="0" smtClean="0">
                <a:ln>
                  <a:solidFill>
                    <a:schemeClr val="bg1">
                      <a:lumMod val="85000"/>
                    </a:schemeClr>
                  </a:solidFill>
                  <a:prstDash val="solid"/>
                </a:ln>
                <a:gradFill rotWithShape="1">
                  <a:gsLst>
                    <a:gs pos="0">
                      <a:schemeClr val="bg1">
                        <a:lumMod val="85000"/>
                      </a:schemeClr>
                    </a:gs>
                    <a:gs pos="40000">
                      <a:schemeClr val="bg1"/>
                    </a:gs>
                    <a:gs pos="50000">
                      <a:schemeClr val="bg1">
                        <a:lumMod val="65000"/>
                      </a:schemeClr>
                    </a:gs>
                    <a:gs pos="6800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5400000"/>
                </a:gradFill>
                <a:effectLst>
                  <a:outerShdw blurRad="50800" dist="38100" dir="5040000" algn="tl">
                    <a:schemeClr val="tx1">
                      <a:alpha val="70000"/>
                    </a:schemeClr>
                  </a:outerShdw>
                </a:effectLst>
                <a:latin typeface="HY견고딕"/>
                <a:ea typeface="HY견고딕"/>
              </a:rPr>
              <a:t>『</a:t>
            </a:r>
            <a:r>
              <a:rPr kumimoji="0" lang="ko-KR" altLang="en-US" sz="2700" b="1" i="1" spc="-150" dirty="0">
                <a:ln>
                  <a:solidFill>
                    <a:schemeClr val="bg1">
                      <a:lumMod val="85000"/>
                    </a:schemeClr>
                  </a:solidFill>
                  <a:prstDash val="solid"/>
                </a:ln>
                <a:gradFill rotWithShape="1">
                  <a:gsLst>
                    <a:gs pos="0">
                      <a:schemeClr val="bg1">
                        <a:lumMod val="85000"/>
                      </a:schemeClr>
                    </a:gs>
                    <a:gs pos="40000">
                      <a:schemeClr val="bg1"/>
                    </a:gs>
                    <a:gs pos="50000">
                      <a:schemeClr val="bg1">
                        <a:lumMod val="65000"/>
                      </a:schemeClr>
                    </a:gs>
                    <a:gs pos="6800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5400000"/>
                </a:gradFill>
                <a:effectLst>
                  <a:outerShdw blurRad="50800" dist="38100" dir="5040000" algn="tl">
                    <a:schemeClr val="tx1">
                      <a:alpha val="70000"/>
                    </a:schemeClr>
                  </a:outerShdw>
                </a:effectLst>
                <a:latin typeface="HY견고딕"/>
                <a:ea typeface="HY견고딕"/>
              </a:rPr>
              <a:t> 연구 </a:t>
            </a:r>
            <a:r>
              <a:rPr kumimoji="0" lang="ko-KR" altLang="en-US" sz="2700" b="1" i="1" spc="-150" dirty="0" smtClean="0">
                <a:ln>
                  <a:solidFill>
                    <a:schemeClr val="bg1">
                      <a:lumMod val="85000"/>
                    </a:schemeClr>
                  </a:solidFill>
                  <a:prstDash val="solid"/>
                </a:ln>
                <a:gradFill rotWithShape="1">
                  <a:gsLst>
                    <a:gs pos="0">
                      <a:schemeClr val="bg1">
                        <a:lumMod val="85000"/>
                      </a:schemeClr>
                    </a:gs>
                    <a:gs pos="40000">
                      <a:schemeClr val="bg1"/>
                    </a:gs>
                    <a:gs pos="50000">
                      <a:schemeClr val="bg1">
                        <a:lumMod val="65000"/>
                      </a:schemeClr>
                    </a:gs>
                    <a:gs pos="6800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5400000"/>
                </a:gradFill>
                <a:effectLst>
                  <a:outerShdw blurRad="50800" dist="38100" dir="5040000" algn="tl">
                    <a:schemeClr val="tx1">
                      <a:alpha val="70000"/>
                    </a:schemeClr>
                  </a:outerShdw>
                </a:effectLst>
                <a:latin typeface="HY견고딕"/>
                <a:ea typeface="HY견고딕"/>
              </a:rPr>
              <a:t> 수주의  어려움 </a:t>
            </a:r>
            <a:r>
              <a:rPr kumimoji="0" lang="en-US" altLang="ko-KR" sz="2700" b="1" spc="-150" dirty="0" smtClean="0">
                <a:ln>
                  <a:solidFill>
                    <a:schemeClr val="bg1">
                      <a:lumMod val="85000"/>
                    </a:schemeClr>
                  </a:solidFill>
                  <a:prstDash val="solid"/>
                </a:ln>
                <a:gradFill rotWithShape="1">
                  <a:gsLst>
                    <a:gs pos="0">
                      <a:schemeClr val="bg1">
                        <a:lumMod val="85000"/>
                      </a:schemeClr>
                    </a:gs>
                    <a:gs pos="40000">
                      <a:schemeClr val="bg1"/>
                    </a:gs>
                    <a:gs pos="50000">
                      <a:schemeClr val="bg1">
                        <a:lumMod val="65000"/>
                      </a:schemeClr>
                    </a:gs>
                    <a:gs pos="6800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5400000"/>
                </a:gradFill>
                <a:effectLst>
                  <a:outerShdw blurRad="50800" dist="38100" dir="5040000" algn="tl">
                    <a:schemeClr val="tx1">
                      <a:alpha val="70000"/>
                    </a:schemeClr>
                  </a:outerShdw>
                </a:effectLst>
                <a:latin typeface="HY견고딕"/>
                <a:ea typeface="HY견고딕"/>
              </a:rPr>
              <a:t>』</a:t>
            </a:r>
            <a:endParaRPr kumimoji="0" lang="ko-KR" altLang="en-US" sz="2700" b="1" spc="-150" dirty="0">
              <a:ln>
                <a:solidFill>
                  <a:schemeClr val="bg1">
                    <a:lumMod val="85000"/>
                  </a:schemeClr>
                </a:solidFill>
                <a:prstDash val="solid"/>
              </a:ln>
              <a:gradFill rotWithShape="1">
                <a:gsLst>
                  <a:gs pos="0">
                    <a:schemeClr val="bg1">
                      <a:lumMod val="85000"/>
                    </a:schemeClr>
                  </a:gs>
                  <a:gs pos="40000">
                    <a:schemeClr val="bg1"/>
                  </a:gs>
                  <a:gs pos="50000">
                    <a:schemeClr val="bg1">
                      <a:lumMod val="65000"/>
                    </a:schemeClr>
                  </a:gs>
                  <a:gs pos="6800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5400000"/>
              </a:gradFill>
              <a:effectLst>
                <a:outerShdw blurRad="50800" dist="38100" dir="5040000" algn="tl">
                  <a:schemeClr val="tx1">
                    <a:alpha val="70000"/>
                  </a:schemeClr>
                </a:outerShdw>
              </a:effectLst>
              <a:latin typeface="HY헤드라인M" pitchFamily="18" charset="-127"/>
              <a:ea typeface="HY헤드라인M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82521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3" cstate="print">
            <a:duotone>
              <a:prstClr val="black"/>
              <a:schemeClr val="accent5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1116215" y="404664"/>
            <a:ext cx="6905625" cy="962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 bwMode="auto">
          <a:xfrm>
            <a:off x="1032555" y="620688"/>
            <a:ext cx="6929454" cy="507831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2921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2700" b="1" spc="-150" dirty="0" smtClean="0">
                <a:ln>
                  <a:solidFill>
                    <a:schemeClr val="bg1">
                      <a:lumMod val="85000"/>
                    </a:schemeClr>
                  </a:solidFill>
                  <a:prstDash val="solid"/>
                </a:ln>
                <a:gradFill rotWithShape="1">
                  <a:gsLst>
                    <a:gs pos="0">
                      <a:schemeClr val="bg1">
                        <a:lumMod val="85000"/>
                      </a:schemeClr>
                    </a:gs>
                    <a:gs pos="40000">
                      <a:schemeClr val="bg1"/>
                    </a:gs>
                    <a:gs pos="50000">
                      <a:schemeClr val="bg1">
                        <a:lumMod val="65000"/>
                      </a:schemeClr>
                    </a:gs>
                    <a:gs pos="6800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5400000"/>
                </a:gradFill>
                <a:effectLst>
                  <a:outerShdw blurRad="50800" dist="38100" dir="5040000" algn="tl">
                    <a:schemeClr val="tx1">
                      <a:alpha val="70000"/>
                    </a:scheme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정부 </a:t>
            </a:r>
            <a:r>
              <a:rPr kumimoji="0" lang="en-US" altLang="ko-KR" sz="2700" b="1" spc="-150" dirty="0">
                <a:ln>
                  <a:solidFill>
                    <a:schemeClr val="bg1">
                      <a:lumMod val="85000"/>
                    </a:schemeClr>
                  </a:solidFill>
                  <a:prstDash val="solid"/>
                </a:ln>
                <a:gradFill rotWithShape="1">
                  <a:gsLst>
                    <a:gs pos="0">
                      <a:schemeClr val="bg1">
                        <a:lumMod val="85000"/>
                      </a:schemeClr>
                    </a:gs>
                    <a:gs pos="40000">
                      <a:schemeClr val="bg1"/>
                    </a:gs>
                    <a:gs pos="50000">
                      <a:schemeClr val="bg1">
                        <a:lumMod val="65000"/>
                      </a:schemeClr>
                    </a:gs>
                    <a:gs pos="6800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5400000"/>
                </a:gradFill>
                <a:effectLst>
                  <a:outerShdw blurRad="50800" dist="38100" dir="5040000" algn="tl">
                    <a:schemeClr val="tx1">
                      <a:alpha val="70000"/>
                    </a:scheme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R&amp;D </a:t>
            </a:r>
            <a:r>
              <a:rPr kumimoji="0" lang="ko-KR" altLang="en-US" sz="2700" b="1" spc="-150" dirty="0">
                <a:ln>
                  <a:solidFill>
                    <a:schemeClr val="bg1">
                      <a:lumMod val="85000"/>
                    </a:schemeClr>
                  </a:solidFill>
                  <a:prstDash val="solid"/>
                </a:ln>
                <a:gradFill rotWithShape="1">
                  <a:gsLst>
                    <a:gs pos="0">
                      <a:schemeClr val="bg1">
                        <a:lumMod val="85000"/>
                      </a:schemeClr>
                    </a:gs>
                    <a:gs pos="40000">
                      <a:schemeClr val="bg1"/>
                    </a:gs>
                    <a:gs pos="50000">
                      <a:schemeClr val="bg1">
                        <a:lumMod val="65000"/>
                      </a:schemeClr>
                    </a:gs>
                    <a:gs pos="6800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5400000"/>
                </a:gradFill>
                <a:effectLst>
                  <a:outerShdw blurRad="50800" dist="38100" dir="5040000" algn="tl">
                    <a:schemeClr val="tx1">
                      <a:alpha val="70000"/>
                    </a:scheme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예산  현황 </a:t>
            </a:r>
            <a:r>
              <a:rPr kumimoji="0" lang="en-US" altLang="ko-KR" sz="2700" b="1" spc="-150" dirty="0" smtClean="0">
                <a:ln>
                  <a:solidFill>
                    <a:schemeClr val="bg1">
                      <a:lumMod val="85000"/>
                    </a:schemeClr>
                  </a:solidFill>
                  <a:prstDash val="solid"/>
                </a:ln>
                <a:gradFill rotWithShape="1">
                  <a:gsLst>
                    <a:gs pos="0">
                      <a:schemeClr val="bg1">
                        <a:lumMod val="85000"/>
                      </a:schemeClr>
                    </a:gs>
                    <a:gs pos="40000">
                      <a:schemeClr val="bg1"/>
                    </a:gs>
                    <a:gs pos="50000">
                      <a:schemeClr val="bg1">
                        <a:lumMod val="65000"/>
                      </a:schemeClr>
                    </a:gs>
                    <a:gs pos="6800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5400000"/>
                </a:gradFill>
                <a:effectLst>
                  <a:outerShdw blurRad="50800" dist="38100" dir="5040000" algn="tl">
                    <a:schemeClr val="tx1">
                      <a:alpha val="70000"/>
                    </a:scheme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(357.7</a:t>
            </a:r>
            <a:r>
              <a:rPr kumimoji="0" lang="ko-KR" altLang="en-US" sz="2700" b="1" spc="-150" dirty="0" smtClean="0">
                <a:ln>
                  <a:solidFill>
                    <a:schemeClr val="bg1">
                      <a:lumMod val="85000"/>
                    </a:schemeClr>
                  </a:solidFill>
                  <a:prstDash val="solid"/>
                </a:ln>
                <a:gradFill rotWithShape="1">
                  <a:gsLst>
                    <a:gs pos="0">
                      <a:schemeClr val="bg1">
                        <a:lumMod val="85000"/>
                      </a:schemeClr>
                    </a:gs>
                    <a:gs pos="40000">
                      <a:schemeClr val="bg1"/>
                    </a:gs>
                    <a:gs pos="50000">
                      <a:schemeClr val="bg1">
                        <a:lumMod val="65000"/>
                      </a:schemeClr>
                    </a:gs>
                    <a:gs pos="6800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5400000"/>
                </a:gradFill>
                <a:effectLst>
                  <a:outerShdw blurRad="50800" dist="38100" dir="5040000" algn="tl">
                    <a:schemeClr val="tx1">
                      <a:alpha val="70000"/>
                    </a:scheme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조원</a:t>
            </a:r>
            <a:r>
              <a:rPr kumimoji="0" lang="en-US" altLang="ko-KR" sz="2700" b="1" spc="-150" dirty="0" smtClean="0">
                <a:ln>
                  <a:solidFill>
                    <a:schemeClr val="bg1">
                      <a:lumMod val="85000"/>
                    </a:schemeClr>
                  </a:solidFill>
                  <a:prstDash val="solid"/>
                </a:ln>
                <a:gradFill rotWithShape="1">
                  <a:gsLst>
                    <a:gs pos="0">
                      <a:schemeClr val="bg1">
                        <a:lumMod val="85000"/>
                      </a:schemeClr>
                    </a:gs>
                    <a:gs pos="40000">
                      <a:schemeClr val="bg1"/>
                    </a:gs>
                    <a:gs pos="50000">
                      <a:schemeClr val="bg1">
                        <a:lumMod val="65000"/>
                      </a:schemeClr>
                    </a:gs>
                    <a:gs pos="6800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5400000"/>
                </a:gradFill>
                <a:effectLst>
                  <a:outerShdw blurRad="50800" dist="38100" dir="5040000" algn="tl">
                    <a:schemeClr val="tx1">
                      <a:alpha val="70000"/>
                    </a:scheme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)-2014</a:t>
            </a:r>
            <a:r>
              <a:rPr kumimoji="0" lang="ko-KR" altLang="en-US" sz="2700" b="1" spc="-150" dirty="0" smtClean="0">
                <a:ln>
                  <a:solidFill>
                    <a:schemeClr val="bg1">
                      <a:lumMod val="85000"/>
                    </a:schemeClr>
                  </a:solidFill>
                  <a:prstDash val="solid"/>
                </a:ln>
                <a:gradFill rotWithShape="1">
                  <a:gsLst>
                    <a:gs pos="0">
                      <a:schemeClr val="bg1">
                        <a:lumMod val="85000"/>
                      </a:schemeClr>
                    </a:gs>
                    <a:gs pos="40000">
                      <a:schemeClr val="bg1"/>
                    </a:gs>
                    <a:gs pos="50000">
                      <a:schemeClr val="bg1">
                        <a:lumMod val="65000"/>
                      </a:schemeClr>
                    </a:gs>
                    <a:gs pos="6800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5400000"/>
                </a:gradFill>
                <a:effectLst>
                  <a:outerShdw blurRad="50800" dist="38100" dir="5040000" algn="tl">
                    <a:schemeClr val="tx1">
                      <a:alpha val="70000"/>
                    </a:scheme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년도</a:t>
            </a:r>
            <a:endParaRPr kumimoji="0" lang="ko-KR" altLang="en-US" sz="2700" b="1" spc="-150" dirty="0">
              <a:ln>
                <a:solidFill>
                  <a:schemeClr val="bg1">
                    <a:lumMod val="85000"/>
                  </a:schemeClr>
                </a:solidFill>
                <a:prstDash val="solid"/>
              </a:ln>
              <a:gradFill rotWithShape="1">
                <a:gsLst>
                  <a:gs pos="0">
                    <a:schemeClr val="bg1">
                      <a:lumMod val="85000"/>
                    </a:schemeClr>
                  </a:gs>
                  <a:gs pos="40000">
                    <a:schemeClr val="bg1"/>
                  </a:gs>
                  <a:gs pos="50000">
                    <a:schemeClr val="bg1">
                      <a:lumMod val="65000"/>
                    </a:schemeClr>
                  </a:gs>
                  <a:gs pos="6800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5400000"/>
              </a:gradFill>
              <a:effectLst>
                <a:outerShdw blurRad="50800" dist="38100" dir="5040000" algn="tl">
                  <a:schemeClr val="tx1">
                    <a:alpha val="70000"/>
                  </a:schemeClr>
                </a:outerShdw>
              </a:effectLst>
              <a:latin typeface="HY헤드라인M" pitchFamily="18" charset="-127"/>
              <a:ea typeface="HY헤드라인M" pitchFamily="18" charset="-127"/>
            </a:endParaRPr>
          </a:p>
        </p:txBody>
      </p:sp>
      <p:grpSp>
        <p:nvGrpSpPr>
          <p:cNvPr id="4" name="그룹 3"/>
          <p:cNvGrpSpPr/>
          <p:nvPr/>
        </p:nvGrpSpPr>
        <p:grpSpPr>
          <a:xfrm>
            <a:off x="755576" y="1628800"/>
            <a:ext cx="7776864" cy="4824536"/>
            <a:chOff x="683568" y="1556792"/>
            <a:chExt cx="7776864" cy="4824536"/>
          </a:xfrm>
        </p:grpSpPr>
        <p:sp>
          <p:nvSpPr>
            <p:cNvPr id="20" name="AutoShape 6"/>
            <p:cNvSpPr>
              <a:spLocks noChangeArrowheads="1"/>
            </p:cNvSpPr>
            <p:nvPr/>
          </p:nvSpPr>
          <p:spPr bwMode="gray">
            <a:xfrm>
              <a:off x="3736063" y="1556792"/>
              <a:ext cx="1916057" cy="50800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B7E7FF">
                    <a:gamma/>
                    <a:tint val="0"/>
                    <a:invGamma/>
                  </a:srgbClr>
                </a:gs>
                <a:gs pos="100000">
                  <a:srgbClr val="B7E7FF"/>
                </a:gs>
              </a:gsLst>
              <a:lin ang="0" scaled="1"/>
            </a:gradFill>
            <a:ln w="28575" algn="ctr">
              <a:solidFill>
                <a:srgbClr val="B2B2B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latinLnBrk="0" hangingPunct="0"/>
              <a:r>
                <a:rPr kumimoji="0" lang="ko-KR" altLang="en-US" b="1" dirty="0" smtClean="0">
                  <a:latin typeface="Arial" charset="0"/>
                </a:rPr>
                <a:t>분   야</a:t>
              </a:r>
              <a:endParaRPr kumimoji="0" lang="en-US" altLang="ko-KR" b="1" dirty="0">
                <a:latin typeface="Arial" charset="0"/>
              </a:endParaRPr>
            </a:p>
          </p:txBody>
        </p:sp>
        <p:grpSp>
          <p:nvGrpSpPr>
            <p:cNvPr id="21" name="Group 23"/>
            <p:cNvGrpSpPr>
              <a:grpSpLocks/>
            </p:cNvGrpSpPr>
            <p:nvPr/>
          </p:nvGrpSpPr>
          <p:grpSpPr bwMode="auto">
            <a:xfrm>
              <a:off x="3398912" y="1683792"/>
              <a:ext cx="381000" cy="381000"/>
              <a:chOff x="2078" y="1680"/>
              <a:chExt cx="1615" cy="1615"/>
            </a:xfrm>
          </p:grpSpPr>
          <p:sp>
            <p:nvSpPr>
              <p:cNvPr id="22" name="Oval 24"/>
              <p:cNvSpPr>
                <a:spLocks noChangeArrowheads="1"/>
              </p:cNvSpPr>
              <p:nvPr/>
            </p:nvSpPr>
            <p:spPr bwMode="gray">
              <a:xfrm>
                <a:off x="2078" y="1680"/>
                <a:ext cx="1615" cy="1615"/>
              </a:xfrm>
              <a:prstGeom prst="ellipse">
                <a:avLst/>
              </a:prstGeom>
              <a:gradFill rotWithShape="1">
                <a:gsLst>
                  <a:gs pos="0">
                    <a:srgbClr val="FFFFFF">
                      <a:gamma/>
                      <a:shade val="46275"/>
                      <a:invGamma/>
                    </a:srgbClr>
                  </a:gs>
                  <a:gs pos="50000">
                    <a:srgbClr val="FFFFFF"/>
                  </a:gs>
                  <a:gs pos="100000">
                    <a:srgbClr val="FFFFFF">
                      <a:gamma/>
                      <a:shade val="46275"/>
                      <a:invGamma/>
                    </a:srgbClr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57150" algn="ctr">
                    <a:solidFill>
                      <a:schemeClr val="bg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76200" dir="10800000" kx="-3284103" algn="b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3" name="Oval 25"/>
              <p:cNvSpPr>
                <a:spLocks noChangeArrowheads="1"/>
              </p:cNvSpPr>
              <p:nvPr/>
            </p:nvSpPr>
            <p:spPr bwMode="gray">
              <a:xfrm>
                <a:off x="2170" y="1771"/>
                <a:ext cx="1430" cy="1430"/>
              </a:xfrm>
              <a:prstGeom prst="ellipse">
                <a:avLst/>
              </a:prstGeom>
              <a:gradFill rotWithShape="1">
                <a:gsLst>
                  <a:gs pos="0">
                    <a:srgbClr val="FFFFFF">
                      <a:gamma/>
                      <a:shade val="63529"/>
                      <a:invGamma/>
                    </a:srgbClr>
                  </a:gs>
                  <a:gs pos="50000">
                    <a:srgbClr val="FFFFFF"/>
                  </a:gs>
                  <a:gs pos="100000">
                    <a:srgbClr val="FFFFFF">
                      <a:gamma/>
                      <a:shade val="63529"/>
                      <a:invGamma/>
                    </a:srgbClr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76200" dir="10800000" kx="-3284103" algn="b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4" name="Oval 26"/>
              <p:cNvSpPr>
                <a:spLocks noChangeArrowheads="1"/>
              </p:cNvSpPr>
              <p:nvPr/>
            </p:nvSpPr>
            <p:spPr bwMode="gray">
              <a:xfrm>
                <a:off x="2254" y="1856"/>
                <a:ext cx="1262" cy="1264"/>
              </a:xfrm>
              <a:prstGeom prst="ellipse">
                <a:avLst/>
              </a:prstGeom>
              <a:gradFill rotWithShape="1">
                <a:gsLst>
                  <a:gs pos="0">
                    <a:schemeClr val="hlink">
                      <a:gamma/>
                      <a:tint val="0"/>
                      <a:invGamma/>
                    </a:schemeClr>
                  </a:gs>
                  <a:gs pos="50000">
                    <a:schemeClr val="hlink"/>
                  </a:gs>
                  <a:gs pos="100000">
                    <a:schemeClr val="hlink">
                      <a:gamma/>
                      <a:tint val="0"/>
                      <a:invGamma/>
                    </a:schemeClr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38100" algn="ctr">
                    <a:solidFill>
                      <a:schemeClr val="bg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9250" dir="3267739" algn="ctr" rotWithShape="0">
                        <a:srgbClr val="808080">
                          <a:alpha val="50000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5" name="Oval 27"/>
              <p:cNvSpPr>
                <a:spLocks noChangeArrowheads="1"/>
              </p:cNvSpPr>
              <p:nvPr/>
            </p:nvSpPr>
            <p:spPr bwMode="gray">
              <a:xfrm>
                <a:off x="2254" y="1856"/>
                <a:ext cx="1262" cy="1264"/>
              </a:xfrm>
              <a:prstGeom prst="ellipse">
                <a:avLst/>
              </a:prstGeom>
              <a:gradFill rotWithShape="1">
                <a:gsLst>
                  <a:gs pos="0">
                    <a:srgbClr val="21B3E1"/>
                  </a:gs>
                  <a:gs pos="100000">
                    <a:srgbClr val="21B3E1">
                      <a:gamma/>
                      <a:shade val="46275"/>
                      <a:invGamma/>
                    </a:srgbClr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38100" algn="ctr">
                    <a:solidFill>
                      <a:schemeClr val="bg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9250" dir="3267739" algn="ctr" rotWithShape="0">
                        <a:srgbClr val="808080">
                          <a:alpha val="50000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6" name="Oval 28"/>
              <p:cNvSpPr>
                <a:spLocks noChangeArrowheads="1"/>
              </p:cNvSpPr>
              <p:nvPr/>
            </p:nvSpPr>
            <p:spPr bwMode="gray">
              <a:xfrm>
                <a:off x="2337" y="1939"/>
                <a:ext cx="1096" cy="1098"/>
              </a:xfrm>
              <a:prstGeom prst="ellipse">
                <a:avLst/>
              </a:prstGeom>
              <a:gradFill rotWithShape="1">
                <a:gsLst>
                  <a:gs pos="0">
                    <a:schemeClr val="hlink">
                      <a:gamma/>
                      <a:shade val="54118"/>
                      <a:invGamma/>
                    </a:schemeClr>
                  </a:gs>
                  <a:gs pos="50000">
                    <a:schemeClr val="hlink"/>
                  </a:gs>
                  <a:gs pos="100000">
                    <a:schemeClr val="hlink">
                      <a:gamma/>
                      <a:shade val="54118"/>
                      <a:invGamma/>
                    </a:schemeClr>
                  </a:gs>
                </a:gsLst>
                <a:lin ang="189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38100" algn="ctr">
                    <a:solidFill>
                      <a:schemeClr val="bg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9250" dir="3267739" algn="ctr" rotWithShape="0">
                        <a:srgbClr val="808080">
                          <a:alpha val="50000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7" name="Oval 29"/>
              <p:cNvSpPr>
                <a:spLocks noChangeArrowheads="1"/>
              </p:cNvSpPr>
              <p:nvPr/>
            </p:nvSpPr>
            <p:spPr bwMode="gray">
              <a:xfrm>
                <a:off x="2337" y="1939"/>
                <a:ext cx="1096" cy="1098"/>
              </a:xfrm>
              <a:prstGeom prst="ellipse">
                <a:avLst/>
              </a:prstGeom>
              <a:gradFill rotWithShape="1">
                <a:gsLst>
                  <a:gs pos="0">
                    <a:srgbClr val="21B3E1"/>
                  </a:gs>
                  <a:gs pos="100000">
                    <a:srgbClr val="21B3E1">
                      <a:gamma/>
                      <a:shade val="48627"/>
                      <a:invGamma/>
                    </a:srgbClr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38100" algn="ctr">
                    <a:solidFill>
                      <a:schemeClr val="bg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9250" dir="3267739" algn="ctr" rotWithShape="0">
                        <a:srgbClr val="808080">
                          <a:alpha val="50000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ko-KR" altLang="en-US"/>
              </a:p>
            </p:txBody>
          </p:sp>
        </p:grpSp>
        <p:grpSp>
          <p:nvGrpSpPr>
            <p:cNvPr id="2" name="그룹 1"/>
            <p:cNvGrpSpPr/>
            <p:nvPr/>
          </p:nvGrpSpPr>
          <p:grpSpPr>
            <a:xfrm>
              <a:off x="3374807" y="2204865"/>
              <a:ext cx="2853377" cy="2069441"/>
              <a:chOff x="3086775" y="1700808"/>
              <a:chExt cx="2853377" cy="2529163"/>
            </a:xfrm>
          </p:grpSpPr>
          <p:sp>
            <p:nvSpPr>
              <p:cNvPr id="13" name="Rectangle 10"/>
              <p:cNvSpPr>
                <a:spLocks noChangeArrowheads="1"/>
              </p:cNvSpPr>
              <p:nvPr/>
            </p:nvSpPr>
            <p:spPr bwMode="auto">
              <a:xfrm>
                <a:off x="3097207" y="2996952"/>
                <a:ext cx="2842945" cy="368923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/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ko-KR" altLang="en-US" sz="1600" dirty="0" smtClean="0">
                    <a:solidFill>
                      <a:srgbClr val="3366CC"/>
                    </a:solidFill>
                    <a:latin typeface="HY견고딕" pitchFamily="18" charset="-127"/>
                    <a:ea typeface="HY견고딕" pitchFamily="18" charset="-127"/>
                  </a:rPr>
                  <a:t>환경</a:t>
                </a:r>
                <a:endParaRPr lang="en-US" altLang="ko-KR" sz="1600" dirty="0">
                  <a:latin typeface="HY견고딕" pitchFamily="18" charset="-127"/>
                  <a:ea typeface="HY견고딕" pitchFamily="18" charset="-127"/>
                </a:endParaRPr>
              </a:p>
            </p:txBody>
          </p:sp>
          <p:sp>
            <p:nvSpPr>
              <p:cNvPr id="14" name="Rectangle 11"/>
              <p:cNvSpPr>
                <a:spLocks noChangeArrowheads="1"/>
              </p:cNvSpPr>
              <p:nvPr/>
            </p:nvSpPr>
            <p:spPr bwMode="auto">
              <a:xfrm>
                <a:off x="3086775" y="3429000"/>
                <a:ext cx="2842945" cy="368923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/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altLang="ko-KR" sz="3600" dirty="0" smtClean="0">
                    <a:solidFill>
                      <a:srgbClr val="FF0000"/>
                    </a:solidFill>
                    <a:latin typeface="HY견고딕" pitchFamily="18" charset="-127"/>
                    <a:ea typeface="HY견고딕" pitchFamily="18" charset="-127"/>
                  </a:rPr>
                  <a:t>R&amp;D</a:t>
                </a:r>
                <a:endParaRPr lang="en-US" altLang="ko-KR" sz="3600" dirty="0">
                  <a:solidFill>
                    <a:srgbClr val="FF0000"/>
                  </a:solidFill>
                  <a:latin typeface="HY견고딕" pitchFamily="18" charset="-127"/>
                  <a:ea typeface="HY견고딕" pitchFamily="18" charset="-127"/>
                </a:endParaRPr>
              </a:p>
            </p:txBody>
          </p:sp>
          <p:sp>
            <p:nvSpPr>
              <p:cNvPr id="15" name="Rectangle 12"/>
              <p:cNvSpPr>
                <a:spLocks noChangeArrowheads="1"/>
              </p:cNvSpPr>
              <p:nvPr/>
            </p:nvSpPr>
            <p:spPr bwMode="auto">
              <a:xfrm>
                <a:off x="3086775" y="3861048"/>
                <a:ext cx="2842945" cy="368923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/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ko-KR" altLang="en-US" sz="1600" dirty="0" smtClean="0">
                    <a:solidFill>
                      <a:srgbClr val="3366CC"/>
                    </a:solidFill>
                    <a:latin typeface="HY견고딕" pitchFamily="18" charset="-127"/>
                    <a:ea typeface="HY견고딕" pitchFamily="18" charset="-127"/>
                  </a:rPr>
                  <a:t>산업</a:t>
                </a:r>
                <a:r>
                  <a:rPr kumimoji="0" lang="en-US" altLang="ko-KR" sz="1600" dirty="0" smtClean="0">
                    <a:solidFill>
                      <a:srgbClr val="3366CC"/>
                    </a:solidFill>
                    <a:latin typeface="HY견고딕" pitchFamily="18" charset="-127"/>
                    <a:ea typeface="HY견고딕" pitchFamily="18" charset="-127"/>
                  </a:rPr>
                  <a:t>, </a:t>
                </a:r>
                <a:r>
                  <a:rPr kumimoji="0" lang="ko-KR" altLang="en-US" sz="1600" dirty="0" smtClean="0">
                    <a:solidFill>
                      <a:srgbClr val="3366CC"/>
                    </a:solidFill>
                    <a:latin typeface="HY견고딕" pitchFamily="18" charset="-127"/>
                    <a:ea typeface="HY견고딕" pitchFamily="18" charset="-127"/>
                  </a:rPr>
                  <a:t>중소기업</a:t>
                </a:r>
                <a:r>
                  <a:rPr kumimoji="0" lang="en-US" altLang="ko-KR" sz="1600" dirty="0" smtClean="0">
                    <a:solidFill>
                      <a:srgbClr val="3366CC"/>
                    </a:solidFill>
                    <a:latin typeface="HY견고딕" pitchFamily="18" charset="-127"/>
                    <a:ea typeface="HY견고딕" pitchFamily="18" charset="-127"/>
                  </a:rPr>
                  <a:t>, </a:t>
                </a:r>
                <a:r>
                  <a:rPr kumimoji="0" lang="ko-KR" altLang="en-US" sz="1600" dirty="0" smtClean="0">
                    <a:solidFill>
                      <a:srgbClr val="3366CC"/>
                    </a:solidFill>
                    <a:latin typeface="HY견고딕" pitchFamily="18" charset="-127"/>
                    <a:ea typeface="HY견고딕" pitchFamily="18" charset="-127"/>
                  </a:rPr>
                  <a:t>에너지</a:t>
                </a:r>
                <a:endParaRPr lang="en-US" altLang="ko-KR" sz="1600" dirty="0">
                  <a:latin typeface="HY견고딕" pitchFamily="18" charset="-127"/>
                  <a:ea typeface="HY견고딕" pitchFamily="18" charset="-127"/>
                </a:endParaRPr>
              </a:p>
            </p:txBody>
          </p:sp>
          <p:sp>
            <p:nvSpPr>
              <p:cNvPr id="29" name="Rectangle 10"/>
              <p:cNvSpPr>
                <a:spLocks noChangeArrowheads="1"/>
              </p:cNvSpPr>
              <p:nvPr/>
            </p:nvSpPr>
            <p:spPr bwMode="auto">
              <a:xfrm>
                <a:off x="3097207" y="1700808"/>
                <a:ext cx="2842945" cy="368923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/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ko-KR" altLang="en-US" sz="1600" dirty="0" smtClean="0">
                    <a:solidFill>
                      <a:srgbClr val="3366CC"/>
                    </a:solidFill>
                    <a:latin typeface="HY견고딕" pitchFamily="18" charset="-127"/>
                    <a:ea typeface="HY견고딕" pitchFamily="18" charset="-127"/>
                  </a:rPr>
                  <a:t>보건</a:t>
                </a:r>
                <a:r>
                  <a:rPr kumimoji="0" lang="en-US" altLang="ko-KR" sz="1600" dirty="0" smtClean="0">
                    <a:solidFill>
                      <a:srgbClr val="3366CC"/>
                    </a:solidFill>
                    <a:latin typeface="HY견고딕" pitchFamily="18" charset="-127"/>
                    <a:ea typeface="HY견고딕" pitchFamily="18" charset="-127"/>
                  </a:rPr>
                  <a:t>, </a:t>
                </a:r>
                <a:r>
                  <a:rPr kumimoji="0" lang="ko-KR" altLang="en-US" sz="1600" dirty="0" smtClean="0">
                    <a:solidFill>
                      <a:srgbClr val="3366CC"/>
                    </a:solidFill>
                    <a:latin typeface="HY견고딕" pitchFamily="18" charset="-127"/>
                    <a:ea typeface="HY견고딕" pitchFamily="18" charset="-127"/>
                  </a:rPr>
                  <a:t>복지</a:t>
                </a:r>
                <a:r>
                  <a:rPr kumimoji="0" lang="en-US" altLang="ko-KR" sz="1600" dirty="0" smtClean="0">
                    <a:solidFill>
                      <a:srgbClr val="3366CC"/>
                    </a:solidFill>
                    <a:latin typeface="HY견고딕" pitchFamily="18" charset="-127"/>
                    <a:ea typeface="HY견고딕" pitchFamily="18" charset="-127"/>
                  </a:rPr>
                  <a:t>, </a:t>
                </a:r>
                <a:r>
                  <a:rPr kumimoji="0" lang="ko-KR" altLang="en-US" sz="1600" dirty="0" smtClean="0">
                    <a:solidFill>
                      <a:srgbClr val="3366CC"/>
                    </a:solidFill>
                    <a:latin typeface="HY견고딕" pitchFamily="18" charset="-127"/>
                    <a:ea typeface="HY견고딕" pitchFamily="18" charset="-127"/>
                  </a:rPr>
                  <a:t>고용</a:t>
                </a:r>
                <a:endParaRPr lang="en-US" altLang="ko-KR" sz="1600" dirty="0">
                  <a:latin typeface="HY견고딕" pitchFamily="18" charset="-127"/>
                  <a:ea typeface="HY견고딕" pitchFamily="18" charset="-127"/>
                </a:endParaRPr>
              </a:p>
            </p:txBody>
          </p:sp>
          <p:sp>
            <p:nvSpPr>
              <p:cNvPr id="30" name="Rectangle 11"/>
              <p:cNvSpPr>
                <a:spLocks noChangeArrowheads="1"/>
              </p:cNvSpPr>
              <p:nvPr/>
            </p:nvSpPr>
            <p:spPr bwMode="auto">
              <a:xfrm>
                <a:off x="3086775" y="2123973"/>
                <a:ext cx="2842945" cy="368923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/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ko-KR" altLang="en-US" sz="1600" dirty="0" smtClean="0">
                    <a:solidFill>
                      <a:srgbClr val="3366CC"/>
                    </a:solidFill>
                    <a:latin typeface="HY견고딕" pitchFamily="18" charset="-127"/>
                    <a:ea typeface="HY견고딕" pitchFamily="18" charset="-127"/>
                  </a:rPr>
                  <a:t>교육</a:t>
                </a:r>
                <a:endParaRPr lang="en-US" altLang="ko-KR" sz="1600" dirty="0">
                  <a:latin typeface="HY견고딕" pitchFamily="18" charset="-127"/>
                  <a:ea typeface="HY견고딕" pitchFamily="18" charset="-127"/>
                </a:endParaRPr>
              </a:p>
            </p:txBody>
          </p:sp>
          <p:sp>
            <p:nvSpPr>
              <p:cNvPr id="31" name="Rectangle 12"/>
              <p:cNvSpPr>
                <a:spLocks noChangeArrowheads="1"/>
              </p:cNvSpPr>
              <p:nvPr/>
            </p:nvSpPr>
            <p:spPr bwMode="auto">
              <a:xfrm>
                <a:off x="3086775" y="2556021"/>
                <a:ext cx="2842945" cy="368923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/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ko-KR" altLang="en-US" sz="1600" dirty="0" smtClean="0">
                    <a:solidFill>
                      <a:srgbClr val="3366CC"/>
                    </a:solidFill>
                    <a:latin typeface="HY견고딕" pitchFamily="18" charset="-127"/>
                    <a:ea typeface="HY견고딕" pitchFamily="18" charset="-127"/>
                  </a:rPr>
                  <a:t>문화</a:t>
                </a:r>
                <a:r>
                  <a:rPr kumimoji="0" lang="en-US" altLang="ko-KR" sz="1600" dirty="0" smtClean="0">
                    <a:solidFill>
                      <a:srgbClr val="3366CC"/>
                    </a:solidFill>
                    <a:latin typeface="HY견고딕" pitchFamily="18" charset="-127"/>
                    <a:ea typeface="HY견고딕" pitchFamily="18" charset="-127"/>
                  </a:rPr>
                  <a:t>, </a:t>
                </a:r>
                <a:r>
                  <a:rPr kumimoji="0" lang="ko-KR" altLang="en-US" sz="1600" dirty="0" smtClean="0">
                    <a:solidFill>
                      <a:srgbClr val="3366CC"/>
                    </a:solidFill>
                    <a:latin typeface="HY견고딕" pitchFamily="18" charset="-127"/>
                    <a:ea typeface="HY견고딕" pitchFamily="18" charset="-127"/>
                  </a:rPr>
                  <a:t>체육</a:t>
                </a:r>
                <a:r>
                  <a:rPr kumimoji="0" lang="en-US" altLang="ko-KR" sz="1600" dirty="0" smtClean="0">
                    <a:solidFill>
                      <a:srgbClr val="3366CC"/>
                    </a:solidFill>
                    <a:latin typeface="HY견고딕" pitchFamily="18" charset="-127"/>
                    <a:ea typeface="HY견고딕" pitchFamily="18" charset="-127"/>
                  </a:rPr>
                  <a:t>, </a:t>
                </a:r>
                <a:r>
                  <a:rPr kumimoji="0" lang="ko-KR" altLang="en-US" sz="1600" dirty="0" smtClean="0">
                    <a:solidFill>
                      <a:srgbClr val="3366CC"/>
                    </a:solidFill>
                    <a:latin typeface="HY견고딕" pitchFamily="18" charset="-127"/>
                    <a:ea typeface="HY견고딕" pitchFamily="18" charset="-127"/>
                  </a:rPr>
                  <a:t>관광</a:t>
                </a:r>
                <a:endParaRPr lang="en-US" altLang="ko-KR" sz="1600" dirty="0">
                  <a:latin typeface="HY견고딕" pitchFamily="18" charset="-127"/>
                  <a:ea typeface="HY견고딕" pitchFamily="18" charset="-127"/>
                </a:endParaRPr>
              </a:p>
            </p:txBody>
          </p:sp>
        </p:grpSp>
        <p:grpSp>
          <p:nvGrpSpPr>
            <p:cNvPr id="32" name="그룹 31"/>
            <p:cNvGrpSpPr/>
            <p:nvPr/>
          </p:nvGrpSpPr>
          <p:grpSpPr>
            <a:xfrm>
              <a:off x="3374807" y="4311887"/>
              <a:ext cx="2853377" cy="2069441"/>
              <a:chOff x="3086775" y="1700808"/>
              <a:chExt cx="2853377" cy="2529163"/>
            </a:xfrm>
          </p:grpSpPr>
          <p:sp>
            <p:nvSpPr>
              <p:cNvPr id="33" name="Rectangle 10"/>
              <p:cNvSpPr>
                <a:spLocks noChangeArrowheads="1"/>
              </p:cNvSpPr>
              <p:nvPr/>
            </p:nvSpPr>
            <p:spPr bwMode="auto">
              <a:xfrm>
                <a:off x="3097207" y="2996952"/>
                <a:ext cx="2842945" cy="368923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/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ko-KR" altLang="en-US" sz="1600" dirty="0" smtClean="0">
                    <a:solidFill>
                      <a:srgbClr val="3366CC"/>
                    </a:solidFill>
                    <a:latin typeface="HY견고딕" pitchFamily="18" charset="-127"/>
                    <a:ea typeface="HY견고딕" pitchFamily="18" charset="-127"/>
                  </a:rPr>
                  <a:t>외교</a:t>
                </a:r>
                <a:r>
                  <a:rPr kumimoji="0" lang="en-US" altLang="ko-KR" sz="1600" dirty="0" smtClean="0">
                    <a:solidFill>
                      <a:srgbClr val="3366CC"/>
                    </a:solidFill>
                    <a:latin typeface="HY견고딕" pitchFamily="18" charset="-127"/>
                    <a:ea typeface="HY견고딕" pitchFamily="18" charset="-127"/>
                  </a:rPr>
                  <a:t>, </a:t>
                </a:r>
                <a:r>
                  <a:rPr kumimoji="0" lang="ko-KR" altLang="en-US" sz="1600" dirty="0" smtClean="0">
                    <a:solidFill>
                      <a:srgbClr val="3366CC"/>
                    </a:solidFill>
                    <a:latin typeface="HY견고딕" pitchFamily="18" charset="-127"/>
                    <a:ea typeface="HY견고딕" pitchFamily="18" charset="-127"/>
                  </a:rPr>
                  <a:t>통일</a:t>
                </a:r>
                <a:endParaRPr lang="en-US" altLang="ko-KR" sz="1600" dirty="0">
                  <a:latin typeface="HY견고딕" pitchFamily="18" charset="-127"/>
                  <a:ea typeface="HY견고딕" pitchFamily="18" charset="-127"/>
                </a:endParaRPr>
              </a:p>
            </p:txBody>
          </p:sp>
          <p:sp>
            <p:nvSpPr>
              <p:cNvPr id="34" name="Rectangle 11"/>
              <p:cNvSpPr>
                <a:spLocks noChangeArrowheads="1"/>
              </p:cNvSpPr>
              <p:nvPr/>
            </p:nvSpPr>
            <p:spPr bwMode="auto">
              <a:xfrm>
                <a:off x="3086775" y="3429000"/>
                <a:ext cx="2842945" cy="368923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/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ko-KR" altLang="en-US" sz="1600" dirty="0" smtClean="0">
                    <a:solidFill>
                      <a:srgbClr val="3366CC"/>
                    </a:solidFill>
                    <a:latin typeface="HY견고딕" pitchFamily="18" charset="-127"/>
                    <a:ea typeface="HY견고딕" pitchFamily="18" charset="-127"/>
                  </a:rPr>
                  <a:t>공공질서</a:t>
                </a:r>
                <a:r>
                  <a:rPr kumimoji="0" lang="en-US" altLang="ko-KR" sz="1600" dirty="0" smtClean="0">
                    <a:solidFill>
                      <a:srgbClr val="3366CC"/>
                    </a:solidFill>
                    <a:latin typeface="HY견고딕" pitchFamily="18" charset="-127"/>
                    <a:ea typeface="HY견고딕" pitchFamily="18" charset="-127"/>
                  </a:rPr>
                  <a:t>, </a:t>
                </a:r>
                <a:r>
                  <a:rPr kumimoji="0" lang="ko-KR" altLang="en-US" sz="1600" dirty="0" smtClean="0">
                    <a:solidFill>
                      <a:srgbClr val="3366CC"/>
                    </a:solidFill>
                    <a:latin typeface="HY견고딕" pitchFamily="18" charset="-127"/>
                    <a:ea typeface="HY견고딕" pitchFamily="18" charset="-127"/>
                  </a:rPr>
                  <a:t>안전</a:t>
                </a:r>
                <a:endParaRPr lang="en-US" altLang="ko-KR" sz="1600" dirty="0">
                  <a:latin typeface="HY견고딕" pitchFamily="18" charset="-127"/>
                  <a:ea typeface="HY견고딕" pitchFamily="18" charset="-127"/>
                </a:endParaRPr>
              </a:p>
            </p:txBody>
          </p:sp>
          <p:sp>
            <p:nvSpPr>
              <p:cNvPr id="35" name="Rectangle 12"/>
              <p:cNvSpPr>
                <a:spLocks noChangeArrowheads="1"/>
              </p:cNvSpPr>
              <p:nvPr/>
            </p:nvSpPr>
            <p:spPr bwMode="auto">
              <a:xfrm>
                <a:off x="3086775" y="3861048"/>
                <a:ext cx="2842945" cy="368923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/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ko-KR" altLang="en-US" sz="1600" dirty="0" smtClean="0">
                    <a:solidFill>
                      <a:srgbClr val="3366CC"/>
                    </a:solidFill>
                    <a:latin typeface="HY견고딕" pitchFamily="18" charset="-127"/>
                    <a:ea typeface="HY견고딕" pitchFamily="18" charset="-127"/>
                  </a:rPr>
                  <a:t>일반</a:t>
                </a:r>
                <a:r>
                  <a:rPr kumimoji="0" lang="en-US" altLang="ko-KR" sz="1600" dirty="0" smtClean="0">
                    <a:solidFill>
                      <a:srgbClr val="3366CC"/>
                    </a:solidFill>
                    <a:latin typeface="HY견고딕" pitchFamily="18" charset="-127"/>
                    <a:ea typeface="HY견고딕" pitchFamily="18" charset="-127"/>
                  </a:rPr>
                  <a:t>, </a:t>
                </a:r>
                <a:r>
                  <a:rPr kumimoji="0" lang="ko-KR" altLang="en-US" sz="1600" dirty="0" smtClean="0">
                    <a:solidFill>
                      <a:srgbClr val="3366CC"/>
                    </a:solidFill>
                    <a:latin typeface="HY견고딕" pitchFamily="18" charset="-127"/>
                    <a:ea typeface="HY견고딕" pitchFamily="18" charset="-127"/>
                  </a:rPr>
                  <a:t>지방행정</a:t>
                </a:r>
                <a:endParaRPr lang="en-US" altLang="ko-KR" sz="1600" dirty="0">
                  <a:latin typeface="HY견고딕" pitchFamily="18" charset="-127"/>
                  <a:ea typeface="HY견고딕" pitchFamily="18" charset="-127"/>
                </a:endParaRPr>
              </a:p>
            </p:txBody>
          </p:sp>
          <p:sp>
            <p:nvSpPr>
              <p:cNvPr id="36" name="Rectangle 10"/>
              <p:cNvSpPr>
                <a:spLocks noChangeArrowheads="1"/>
              </p:cNvSpPr>
              <p:nvPr/>
            </p:nvSpPr>
            <p:spPr bwMode="auto">
              <a:xfrm>
                <a:off x="3097207" y="1700808"/>
                <a:ext cx="2842945" cy="368923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/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altLang="ko-KR" sz="1600" dirty="0" smtClean="0">
                    <a:solidFill>
                      <a:srgbClr val="3366CC"/>
                    </a:solidFill>
                    <a:latin typeface="HY견고딕" pitchFamily="18" charset="-127"/>
                    <a:ea typeface="HY견고딕" pitchFamily="18" charset="-127"/>
                  </a:rPr>
                  <a:t>SOC</a:t>
                </a:r>
                <a:endParaRPr lang="en-US" altLang="ko-KR" sz="1600" dirty="0">
                  <a:latin typeface="HY견고딕" pitchFamily="18" charset="-127"/>
                  <a:ea typeface="HY견고딕" pitchFamily="18" charset="-127"/>
                </a:endParaRPr>
              </a:p>
            </p:txBody>
          </p:sp>
          <p:sp>
            <p:nvSpPr>
              <p:cNvPr id="37" name="Rectangle 11"/>
              <p:cNvSpPr>
                <a:spLocks noChangeArrowheads="1"/>
              </p:cNvSpPr>
              <p:nvPr/>
            </p:nvSpPr>
            <p:spPr bwMode="auto">
              <a:xfrm>
                <a:off x="3086775" y="2123973"/>
                <a:ext cx="2842945" cy="368923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/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ko-KR" altLang="en-US" sz="1600" dirty="0" smtClean="0">
                    <a:solidFill>
                      <a:srgbClr val="3366CC"/>
                    </a:solidFill>
                    <a:latin typeface="HY견고딕" pitchFamily="18" charset="-127"/>
                    <a:ea typeface="HY견고딕" pitchFamily="18" charset="-127"/>
                  </a:rPr>
                  <a:t>농림</a:t>
                </a:r>
                <a:r>
                  <a:rPr kumimoji="0" lang="en-US" altLang="ko-KR" sz="1600" dirty="0" smtClean="0">
                    <a:solidFill>
                      <a:srgbClr val="3366CC"/>
                    </a:solidFill>
                    <a:latin typeface="HY견고딕" pitchFamily="18" charset="-127"/>
                    <a:ea typeface="HY견고딕" pitchFamily="18" charset="-127"/>
                  </a:rPr>
                  <a:t>, </a:t>
                </a:r>
                <a:r>
                  <a:rPr kumimoji="0" lang="ko-KR" altLang="en-US" sz="1600" dirty="0" smtClean="0">
                    <a:solidFill>
                      <a:srgbClr val="3366CC"/>
                    </a:solidFill>
                    <a:latin typeface="HY견고딕" pitchFamily="18" charset="-127"/>
                    <a:ea typeface="HY견고딕" pitchFamily="18" charset="-127"/>
                  </a:rPr>
                  <a:t>수산</a:t>
                </a:r>
                <a:r>
                  <a:rPr kumimoji="0" lang="en-US" altLang="ko-KR" sz="1600" dirty="0" smtClean="0">
                    <a:solidFill>
                      <a:srgbClr val="3366CC"/>
                    </a:solidFill>
                    <a:latin typeface="HY견고딕" pitchFamily="18" charset="-127"/>
                    <a:ea typeface="HY견고딕" pitchFamily="18" charset="-127"/>
                  </a:rPr>
                  <a:t>, </a:t>
                </a:r>
                <a:r>
                  <a:rPr kumimoji="0" lang="ko-KR" altLang="en-US" sz="1600" dirty="0" smtClean="0">
                    <a:solidFill>
                      <a:srgbClr val="3366CC"/>
                    </a:solidFill>
                    <a:latin typeface="HY견고딕" pitchFamily="18" charset="-127"/>
                    <a:ea typeface="HY견고딕" pitchFamily="18" charset="-127"/>
                  </a:rPr>
                  <a:t>식품</a:t>
                </a:r>
                <a:endParaRPr lang="en-US" altLang="ko-KR" sz="1600" dirty="0">
                  <a:latin typeface="HY견고딕" pitchFamily="18" charset="-127"/>
                  <a:ea typeface="HY견고딕" pitchFamily="18" charset="-127"/>
                </a:endParaRPr>
              </a:p>
            </p:txBody>
          </p:sp>
          <p:sp>
            <p:nvSpPr>
              <p:cNvPr id="38" name="Rectangle 12"/>
              <p:cNvSpPr>
                <a:spLocks noChangeArrowheads="1"/>
              </p:cNvSpPr>
              <p:nvPr/>
            </p:nvSpPr>
            <p:spPr bwMode="auto">
              <a:xfrm>
                <a:off x="3086775" y="2556021"/>
                <a:ext cx="2842945" cy="368923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/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ko-KR" altLang="en-US" sz="1600" dirty="0" smtClean="0">
                    <a:solidFill>
                      <a:srgbClr val="3366CC"/>
                    </a:solidFill>
                    <a:latin typeface="HY견고딕" pitchFamily="18" charset="-127"/>
                    <a:ea typeface="HY견고딕" pitchFamily="18" charset="-127"/>
                  </a:rPr>
                  <a:t>국방</a:t>
                </a:r>
                <a:endParaRPr lang="en-US" altLang="ko-KR" sz="1600" dirty="0">
                  <a:latin typeface="HY견고딕" pitchFamily="18" charset="-127"/>
                  <a:ea typeface="HY견고딕" pitchFamily="18" charset="-127"/>
                </a:endParaRPr>
              </a:p>
            </p:txBody>
          </p:sp>
        </p:grpSp>
        <p:sp>
          <p:nvSpPr>
            <p:cNvPr id="40" name="Rectangle 10"/>
            <p:cNvSpPr>
              <a:spLocks noChangeArrowheads="1"/>
            </p:cNvSpPr>
            <p:nvPr/>
          </p:nvSpPr>
          <p:spPr bwMode="auto">
            <a:xfrm>
              <a:off x="2771800" y="3265410"/>
              <a:ext cx="360040" cy="301864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/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altLang="ko-KR" sz="1600" dirty="0" smtClean="0">
                  <a:solidFill>
                    <a:srgbClr val="3366CC"/>
                  </a:solidFill>
                  <a:latin typeface="HY견고딕" pitchFamily="18" charset="-127"/>
                  <a:ea typeface="HY견고딕" pitchFamily="18" charset="-127"/>
                </a:rPr>
                <a:t>6.4</a:t>
              </a:r>
              <a:endParaRPr lang="en-US" altLang="ko-KR" sz="1600" dirty="0">
                <a:latin typeface="HY견고딕" pitchFamily="18" charset="-127"/>
                <a:ea typeface="HY견고딕" pitchFamily="18" charset="-127"/>
              </a:endParaRPr>
            </a:p>
          </p:txBody>
        </p:sp>
        <p:sp>
          <p:nvSpPr>
            <p:cNvPr id="41" name="Rectangle 11"/>
            <p:cNvSpPr>
              <a:spLocks noChangeArrowheads="1"/>
            </p:cNvSpPr>
            <p:nvPr/>
          </p:nvSpPr>
          <p:spPr bwMode="auto">
            <a:xfrm>
              <a:off x="2483768" y="3618925"/>
              <a:ext cx="640964" cy="301864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/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altLang="ko-KR" sz="1600" dirty="0" smtClean="0">
                  <a:solidFill>
                    <a:srgbClr val="FF0000"/>
                  </a:solidFill>
                  <a:latin typeface="HY견고딕" pitchFamily="18" charset="-127"/>
                  <a:ea typeface="HY견고딕" pitchFamily="18" charset="-127"/>
                </a:rPr>
                <a:t>17.5</a:t>
              </a:r>
              <a:endParaRPr lang="en-US" altLang="ko-KR" sz="1600" dirty="0">
                <a:solidFill>
                  <a:srgbClr val="FF0000"/>
                </a:solidFill>
                <a:latin typeface="HY견고딕" pitchFamily="18" charset="-127"/>
                <a:ea typeface="HY견고딕" pitchFamily="18" charset="-127"/>
              </a:endParaRPr>
            </a:p>
          </p:txBody>
        </p:sp>
        <p:sp>
          <p:nvSpPr>
            <p:cNvPr id="42" name="Rectangle 12"/>
            <p:cNvSpPr>
              <a:spLocks noChangeArrowheads="1"/>
            </p:cNvSpPr>
            <p:nvPr/>
          </p:nvSpPr>
          <p:spPr bwMode="auto">
            <a:xfrm>
              <a:off x="2640454" y="3972441"/>
              <a:ext cx="484277" cy="301864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/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altLang="ko-KR" sz="1600" dirty="0" smtClean="0">
                  <a:solidFill>
                    <a:srgbClr val="3366CC"/>
                  </a:solidFill>
                  <a:latin typeface="HY견고딕" pitchFamily="18" charset="-127"/>
                  <a:ea typeface="HY견고딕" pitchFamily="18" charset="-127"/>
                </a:rPr>
                <a:t>15.3</a:t>
              </a:r>
              <a:endParaRPr lang="en-US" altLang="ko-KR" sz="1600" dirty="0">
                <a:latin typeface="HY견고딕" pitchFamily="18" charset="-127"/>
                <a:ea typeface="HY견고딕" pitchFamily="18" charset="-127"/>
              </a:endParaRPr>
            </a:p>
          </p:txBody>
        </p:sp>
        <p:sp>
          <p:nvSpPr>
            <p:cNvPr id="43" name="Rectangle 10"/>
            <p:cNvSpPr>
              <a:spLocks noChangeArrowheads="1"/>
            </p:cNvSpPr>
            <p:nvPr/>
          </p:nvSpPr>
          <p:spPr bwMode="auto">
            <a:xfrm>
              <a:off x="683568" y="2204864"/>
              <a:ext cx="2448272" cy="301864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/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altLang="ko-KR" sz="1600" dirty="0" smtClean="0">
                  <a:solidFill>
                    <a:srgbClr val="3366CC"/>
                  </a:solidFill>
                  <a:latin typeface="HY견고딕" pitchFamily="18" charset="-127"/>
                  <a:ea typeface="HY견고딕" pitchFamily="18" charset="-127"/>
                </a:rPr>
                <a:t>105.9</a:t>
              </a:r>
              <a:endParaRPr lang="en-US" altLang="ko-KR" sz="1600" dirty="0">
                <a:latin typeface="HY견고딕" pitchFamily="18" charset="-127"/>
                <a:ea typeface="HY견고딕" pitchFamily="18" charset="-127"/>
              </a:endParaRPr>
            </a:p>
          </p:txBody>
        </p:sp>
        <p:sp>
          <p:nvSpPr>
            <p:cNvPr id="44" name="Rectangle 11"/>
            <p:cNvSpPr>
              <a:spLocks noChangeArrowheads="1"/>
            </p:cNvSpPr>
            <p:nvPr/>
          </p:nvSpPr>
          <p:spPr bwMode="auto">
            <a:xfrm>
              <a:off x="1835696" y="2551111"/>
              <a:ext cx="1289036" cy="301864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/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altLang="ko-KR" sz="1600" dirty="0" smtClean="0">
                  <a:solidFill>
                    <a:srgbClr val="3366CC"/>
                  </a:solidFill>
                  <a:latin typeface="HY견고딕" pitchFamily="18" charset="-127"/>
                  <a:ea typeface="HY견고딕" pitchFamily="18" charset="-127"/>
                </a:rPr>
                <a:t>50.8</a:t>
              </a:r>
              <a:endParaRPr lang="en-US" altLang="ko-KR" sz="1600" dirty="0">
                <a:latin typeface="HY견고딕" pitchFamily="18" charset="-127"/>
                <a:ea typeface="HY견고딕" pitchFamily="18" charset="-127"/>
              </a:endParaRPr>
            </a:p>
          </p:txBody>
        </p:sp>
        <p:sp>
          <p:nvSpPr>
            <p:cNvPr id="45" name="Rectangle 12"/>
            <p:cNvSpPr>
              <a:spLocks noChangeArrowheads="1"/>
            </p:cNvSpPr>
            <p:nvPr/>
          </p:nvSpPr>
          <p:spPr bwMode="auto">
            <a:xfrm>
              <a:off x="2843808" y="2904626"/>
              <a:ext cx="280924" cy="301864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/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altLang="ko-KR" sz="1600" dirty="0" smtClean="0">
                  <a:solidFill>
                    <a:srgbClr val="3366CC"/>
                  </a:solidFill>
                  <a:latin typeface="HY견고딕" pitchFamily="18" charset="-127"/>
                  <a:ea typeface="HY견고딕" pitchFamily="18" charset="-127"/>
                </a:rPr>
                <a:t>5.3</a:t>
              </a:r>
              <a:endParaRPr lang="en-US" altLang="ko-KR" sz="1600" dirty="0">
                <a:latin typeface="HY견고딕" pitchFamily="18" charset="-127"/>
                <a:ea typeface="HY견고딕" pitchFamily="18" charset="-127"/>
              </a:endParaRPr>
            </a:p>
          </p:txBody>
        </p:sp>
        <p:sp>
          <p:nvSpPr>
            <p:cNvPr id="47" name="Rectangle 10"/>
            <p:cNvSpPr>
              <a:spLocks noChangeArrowheads="1"/>
            </p:cNvSpPr>
            <p:nvPr/>
          </p:nvSpPr>
          <p:spPr bwMode="auto">
            <a:xfrm>
              <a:off x="2804250" y="5372432"/>
              <a:ext cx="327590" cy="301864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/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altLang="ko-KR" sz="1600" dirty="0" smtClean="0">
                  <a:solidFill>
                    <a:srgbClr val="3366CC"/>
                  </a:solidFill>
                  <a:latin typeface="HY견고딕" pitchFamily="18" charset="-127"/>
                  <a:ea typeface="HY견고딕" pitchFamily="18" charset="-127"/>
                </a:rPr>
                <a:t>4.2</a:t>
              </a:r>
              <a:endParaRPr lang="en-US" altLang="ko-KR" sz="1600" dirty="0">
                <a:latin typeface="HY견고딕" pitchFamily="18" charset="-127"/>
                <a:ea typeface="HY견고딕" pitchFamily="18" charset="-127"/>
              </a:endParaRPr>
            </a:p>
          </p:txBody>
        </p:sp>
        <p:sp>
          <p:nvSpPr>
            <p:cNvPr id="48" name="Rectangle 11"/>
            <p:cNvSpPr>
              <a:spLocks noChangeArrowheads="1"/>
            </p:cNvSpPr>
            <p:nvPr/>
          </p:nvSpPr>
          <p:spPr bwMode="auto">
            <a:xfrm>
              <a:off x="2483768" y="5725947"/>
              <a:ext cx="640964" cy="301864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/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altLang="ko-KR" sz="1600" dirty="0" smtClean="0">
                  <a:solidFill>
                    <a:srgbClr val="3366CC"/>
                  </a:solidFill>
                  <a:latin typeface="HY견고딕" pitchFamily="18" charset="-127"/>
                  <a:ea typeface="HY견고딕" pitchFamily="18" charset="-127"/>
                </a:rPr>
                <a:t>15.7</a:t>
              </a:r>
              <a:endParaRPr lang="en-US" altLang="ko-KR" sz="1600" dirty="0">
                <a:latin typeface="HY견고딕" pitchFamily="18" charset="-127"/>
                <a:ea typeface="HY견고딕" pitchFamily="18" charset="-127"/>
              </a:endParaRPr>
            </a:p>
          </p:txBody>
        </p:sp>
        <p:sp>
          <p:nvSpPr>
            <p:cNvPr id="49" name="Rectangle 12"/>
            <p:cNvSpPr>
              <a:spLocks noChangeArrowheads="1"/>
            </p:cNvSpPr>
            <p:nvPr/>
          </p:nvSpPr>
          <p:spPr bwMode="auto">
            <a:xfrm>
              <a:off x="1763688" y="6079463"/>
              <a:ext cx="1361044" cy="301864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/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altLang="ko-KR" sz="1600" dirty="0" smtClean="0">
                  <a:solidFill>
                    <a:srgbClr val="3366CC"/>
                  </a:solidFill>
                  <a:latin typeface="HY견고딕" pitchFamily="18" charset="-127"/>
                  <a:ea typeface="HY견고딕" pitchFamily="18" charset="-127"/>
                </a:rPr>
                <a:t>58.7</a:t>
              </a:r>
              <a:endParaRPr lang="en-US" altLang="ko-KR" sz="1600" dirty="0">
                <a:latin typeface="HY견고딕" pitchFamily="18" charset="-127"/>
                <a:ea typeface="HY견고딕" pitchFamily="18" charset="-127"/>
              </a:endParaRPr>
            </a:p>
          </p:txBody>
        </p:sp>
        <p:sp>
          <p:nvSpPr>
            <p:cNvPr id="50" name="Rectangle 10"/>
            <p:cNvSpPr>
              <a:spLocks noChangeArrowheads="1"/>
            </p:cNvSpPr>
            <p:nvPr/>
          </p:nvSpPr>
          <p:spPr bwMode="auto">
            <a:xfrm>
              <a:off x="2267744" y="4311886"/>
              <a:ext cx="864096" cy="301864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/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altLang="ko-KR" sz="1600" dirty="0" smtClean="0">
                  <a:solidFill>
                    <a:srgbClr val="3366CC"/>
                  </a:solidFill>
                  <a:latin typeface="HY견고딕" pitchFamily="18" charset="-127"/>
                  <a:ea typeface="HY견고딕" pitchFamily="18" charset="-127"/>
                </a:rPr>
                <a:t>23.3</a:t>
              </a:r>
              <a:endParaRPr lang="en-US" altLang="ko-KR" sz="1600" dirty="0">
                <a:latin typeface="HY견고딕" pitchFamily="18" charset="-127"/>
                <a:ea typeface="HY견고딕" pitchFamily="18" charset="-127"/>
              </a:endParaRPr>
            </a:p>
          </p:txBody>
        </p:sp>
        <p:sp>
          <p:nvSpPr>
            <p:cNvPr id="51" name="Rectangle 11"/>
            <p:cNvSpPr>
              <a:spLocks noChangeArrowheads="1"/>
            </p:cNvSpPr>
            <p:nvPr/>
          </p:nvSpPr>
          <p:spPr bwMode="auto">
            <a:xfrm>
              <a:off x="2411760" y="4658133"/>
              <a:ext cx="712972" cy="301864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/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altLang="ko-KR" sz="1600" dirty="0" smtClean="0">
                  <a:solidFill>
                    <a:srgbClr val="3366CC"/>
                  </a:solidFill>
                  <a:latin typeface="HY견고딕" pitchFamily="18" charset="-127"/>
                  <a:ea typeface="HY견고딕" pitchFamily="18" charset="-127"/>
                </a:rPr>
                <a:t>18.6</a:t>
              </a:r>
              <a:endParaRPr lang="en-US" altLang="ko-KR" sz="1600" dirty="0">
                <a:latin typeface="HY견고딕" pitchFamily="18" charset="-127"/>
                <a:ea typeface="HY견고딕" pitchFamily="18" charset="-127"/>
              </a:endParaRPr>
            </a:p>
          </p:txBody>
        </p:sp>
        <p:sp>
          <p:nvSpPr>
            <p:cNvPr id="52" name="Rectangle 12"/>
            <p:cNvSpPr>
              <a:spLocks noChangeArrowheads="1"/>
            </p:cNvSpPr>
            <p:nvPr/>
          </p:nvSpPr>
          <p:spPr bwMode="auto">
            <a:xfrm>
              <a:off x="2163286" y="5011648"/>
              <a:ext cx="961446" cy="301864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/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altLang="ko-KR" sz="1600" dirty="0" smtClean="0">
                  <a:solidFill>
                    <a:srgbClr val="3366CC"/>
                  </a:solidFill>
                  <a:latin typeface="HY견고딕" pitchFamily="18" charset="-127"/>
                  <a:ea typeface="HY견고딕" pitchFamily="18" charset="-127"/>
                </a:rPr>
                <a:t>35.8</a:t>
              </a:r>
              <a:endParaRPr lang="en-US" altLang="ko-KR" sz="1600" dirty="0">
                <a:latin typeface="HY견고딕" pitchFamily="18" charset="-127"/>
                <a:ea typeface="HY견고딕" pitchFamily="18" charset="-127"/>
              </a:endParaRPr>
            </a:p>
          </p:txBody>
        </p:sp>
        <p:sp>
          <p:nvSpPr>
            <p:cNvPr id="63" name="Rectangle 10"/>
            <p:cNvSpPr>
              <a:spLocks noChangeArrowheads="1"/>
            </p:cNvSpPr>
            <p:nvPr/>
          </p:nvSpPr>
          <p:spPr bwMode="auto">
            <a:xfrm>
              <a:off x="6451316" y="3265410"/>
              <a:ext cx="424940" cy="301864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/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altLang="ko-KR" sz="1600" dirty="0" smtClean="0">
                  <a:solidFill>
                    <a:srgbClr val="3366CC"/>
                  </a:solidFill>
                  <a:latin typeface="HY견고딕" pitchFamily="18" charset="-127"/>
                  <a:ea typeface="HY견고딕" pitchFamily="18" charset="-127"/>
                </a:rPr>
                <a:t>1.5</a:t>
              </a:r>
              <a:endParaRPr lang="en-US" altLang="ko-KR" sz="1600" dirty="0">
                <a:latin typeface="HY견고딕" pitchFamily="18" charset="-127"/>
                <a:ea typeface="HY견고딕" pitchFamily="18" charset="-127"/>
              </a:endParaRPr>
            </a:p>
          </p:txBody>
        </p:sp>
        <p:sp>
          <p:nvSpPr>
            <p:cNvPr id="64" name="Rectangle 11"/>
            <p:cNvSpPr>
              <a:spLocks noChangeArrowheads="1"/>
            </p:cNvSpPr>
            <p:nvPr/>
          </p:nvSpPr>
          <p:spPr bwMode="auto">
            <a:xfrm>
              <a:off x="6444208" y="3618925"/>
              <a:ext cx="975662" cy="301864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/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altLang="ko-KR" sz="1600" dirty="0" smtClean="0">
                  <a:solidFill>
                    <a:srgbClr val="FF0000"/>
                  </a:solidFill>
                  <a:latin typeface="HY견고딕" pitchFamily="18" charset="-127"/>
                  <a:ea typeface="HY견고딕" pitchFamily="18" charset="-127"/>
                </a:rPr>
                <a:t>4.0</a:t>
              </a:r>
              <a:endParaRPr lang="en-US" altLang="ko-KR" sz="1600" dirty="0">
                <a:solidFill>
                  <a:srgbClr val="FF0000"/>
                </a:solidFill>
                <a:latin typeface="HY견고딕" pitchFamily="18" charset="-127"/>
                <a:ea typeface="HY견고딕" pitchFamily="18" charset="-127"/>
              </a:endParaRPr>
            </a:p>
          </p:txBody>
        </p:sp>
        <p:sp>
          <p:nvSpPr>
            <p:cNvPr id="65" name="Rectangle 12"/>
            <p:cNvSpPr>
              <a:spLocks noChangeArrowheads="1"/>
            </p:cNvSpPr>
            <p:nvPr/>
          </p:nvSpPr>
          <p:spPr bwMode="auto">
            <a:xfrm>
              <a:off x="6375754" y="3972441"/>
              <a:ext cx="144016" cy="301864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/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altLang="ko-KR" sz="1600" dirty="0" smtClean="0">
                  <a:solidFill>
                    <a:srgbClr val="3366CC"/>
                  </a:solidFill>
                  <a:latin typeface="HY견고딕" pitchFamily="18" charset="-127"/>
                  <a:ea typeface="HY견고딕" pitchFamily="18" charset="-127"/>
                </a:rPr>
                <a:t>-1.7</a:t>
              </a:r>
              <a:endParaRPr lang="en-US" altLang="ko-KR" sz="1600" dirty="0">
                <a:latin typeface="HY견고딕" pitchFamily="18" charset="-127"/>
                <a:ea typeface="HY견고딕" pitchFamily="18" charset="-127"/>
              </a:endParaRPr>
            </a:p>
          </p:txBody>
        </p:sp>
        <p:sp>
          <p:nvSpPr>
            <p:cNvPr id="66" name="Rectangle 10"/>
            <p:cNvSpPr>
              <a:spLocks noChangeArrowheads="1"/>
            </p:cNvSpPr>
            <p:nvPr/>
          </p:nvSpPr>
          <p:spPr bwMode="auto">
            <a:xfrm>
              <a:off x="6451316" y="2204864"/>
              <a:ext cx="1937108" cy="301864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/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altLang="ko-KR" sz="1600" dirty="0" smtClean="0">
                  <a:solidFill>
                    <a:srgbClr val="3366CC"/>
                  </a:solidFill>
                  <a:latin typeface="HY견고딕" pitchFamily="18" charset="-127"/>
                  <a:ea typeface="HY견고딕" pitchFamily="18" charset="-127"/>
                </a:rPr>
                <a:t>8.7</a:t>
              </a:r>
              <a:endParaRPr lang="en-US" altLang="ko-KR" sz="1600" dirty="0">
                <a:latin typeface="HY견고딕" pitchFamily="18" charset="-127"/>
                <a:ea typeface="HY견고딕" pitchFamily="18" charset="-127"/>
              </a:endParaRPr>
            </a:p>
          </p:txBody>
        </p:sp>
        <p:sp>
          <p:nvSpPr>
            <p:cNvPr id="67" name="Rectangle 11"/>
            <p:cNvSpPr>
              <a:spLocks noChangeArrowheads="1"/>
            </p:cNvSpPr>
            <p:nvPr/>
          </p:nvSpPr>
          <p:spPr bwMode="auto">
            <a:xfrm>
              <a:off x="6444208" y="2551111"/>
              <a:ext cx="504056" cy="301864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/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altLang="ko-KR" sz="1600" dirty="0" smtClean="0">
                  <a:solidFill>
                    <a:srgbClr val="3366CC"/>
                  </a:solidFill>
                  <a:latin typeface="HY견고딕" pitchFamily="18" charset="-127"/>
                  <a:ea typeface="HY견고딕" pitchFamily="18" charset="-127"/>
                </a:rPr>
                <a:t>2.1</a:t>
              </a:r>
              <a:endParaRPr lang="en-US" altLang="ko-KR" sz="1600" dirty="0">
                <a:latin typeface="HY견고딕" pitchFamily="18" charset="-127"/>
                <a:ea typeface="HY견고딕" pitchFamily="18" charset="-127"/>
              </a:endParaRPr>
            </a:p>
          </p:txBody>
        </p:sp>
        <p:sp>
          <p:nvSpPr>
            <p:cNvPr id="68" name="Rectangle 12"/>
            <p:cNvSpPr>
              <a:spLocks noChangeArrowheads="1"/>
            </p:cNvSpPr>
            <p:nvPr/>
          </p:nvSpPr>
          <p:spPr bwMode="auto">
            <a:xfrm>
              <a:off x="6444208" y="2904626"/>
              <a:ext cx="1368152" cy="301864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/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altLang="ko-KR" sz="1600" dirty="0" smtClean="0">
                  <a:solidFill>
                    <a:srgbClr val="3366CC"/>
                  </a:solidFill>
                  <a:latin typeface="HY견고딕" pitchFamily="18" charset="-127"/>
                  <a:ea typeface="HY견고딕" pitchFamily="18" charset="-127"/>
                </a:rPr>
                <a:t>5.7</a:t>
              </a:r>
              <a:endParaRPr lang="en-US" altLang="ko-KR" sz="1600" dirty="0">
                <a:latin typeface="HY견고딕" pitchFamily="18" charset="-127"/>
                <a:ea typeface="HY견고딕" pitchFamily="18" charset="-127"/>
              </a:endParaRPr>
            </a:p>
          </p:txBody>
        </p:sp>
        <p:sp>
          <p:nvSpPr>
            <p:cNvPr id="57" name="Rectangle 10"/>
            <p:cNvSpPr>
              <a:spLocks noChangeArrowheads="1"/>
            </p:cNvSpPr>
            <p:nvPr/>
          </p:nvSpPr>
          <p:spPr bwMode="auto">
            <a:xfrm>
              <a:off x="6451316" y="5372432"/>
              <a:ext cx="640964" cy="301864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/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altLang="ko-KR" sz="1600" dirty="0" smtClean="0">
                  <a:solidFill>
                    <a:srgbClr val="3366CC"/>
                  </a:solidFill>
                  <a:latin typeface="HY견고딕" pitchFamily="18" charset="-127"/>
                  <a:ea typeface="HY견고딕" pitchFamily="18" charset="-127"/>
                </a:rPr>
                <a:t>2.1</a:t>
              </a:r>
              <a:endParaRPr lang="en-US" altLang="ko-KR" sz="1600" dirty="0">
                <a:latin typeface="HY견고딕" pitchFamily="18" charset="-127"/>
                <a:ea typeface="HY견고딕" pitchFamily="18" charset="-127"/>
              </a:endParaRPr>
            </a:p>
          </p:txBody>
        </p:sp>
        <p:sp>
          <p:nvSpPr>
            <p:cNvPr id="58" name="Rectangle 11"/>
            <p:cNvSpPr>
              <a:spLocks noChangeArrowheads="1"/>
            </p:cNvSpPr>
            <p:nvPr/>
          </p:nvSpPr>
          <p:spPr bwMode="auto">
            <a:xfrm>
              <a:off x="6444208" y="5725947"/>
              <a:ext cx="1152128" cy="301864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/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altLang="ko-KR" sz="1600" dirty="0" smtClean="0">
                  <a:solidFill>
                    <a:srgbClr val="3366CC"/>
                  </a:solidFill>
                  <a:latin typeface="HY견고딕" pitchFamily="18" charset="-127"/>
                  <a:ea typeface="HY견고딕" pitchFamily="18" charset="-127"/>
                </a:rPr>
                <a:t>4.6</a:t>
              </a:r>
              <a:endParaRPr lang="en-US" altLang="ko-KR" sz="1600" dirty="0">
                <a:latin typeface="HY견고딕" pitchFamily="18" charset="-127"/>
                <a:ea typeface="HY견고딕" pitchFamily="18" charset="-127"/>
              </a:endParaRPr>
            </a:p>
          </p:txBody>
        </p:sp>
        <p:sp>
          <p:nvSpPr>
            <p:cNvPr id="59" name="Rectangle 12"/>
            <p:cNvSpPr>
              <a:spLocks noChangeArrowheads="1"/>
            </p:cNvSpPr>
            <p:nvPr/>
          </p:nvSpPr>
          <p:spPr bwMode="auto">
            <a:xfrm>
              <a:off x="6444208" y="6079463"/>
              <a:ext cx="1296144" cy="301864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/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altLang="ko-KR" sz="1600" dirty="0" smtClean="0">
                  <a:solidFill>
                    <a:srgbClr val="3366CC"/>
                  </a:solidFill>
                  <a:latin typeface="HY견고딕" pitchFamily="18" charset="-127"/>
                  <a:ea typeface="HY견고딕" pitchFamily="18" charset="-127"/>
                </a:rPr>
                <a:t>5.1</a:t>
              </a:r>
              <a:endParaRPr lang="en-US" altLang="ko-KR" sz="1600" dirty="0">
                <a:latin typeface="HY견고딕" pitchFamily="18" charset="-127"/>
                <a:ea typeface="HY견고딕" pitchFamily="18" charset="-127"/>
              </a:endParaRPr>
            </a:p>
          </p:txBody>
        </p:sp>
        <p:sp>
          <p:nvSpPr>
            <p:cNvPr id="60" name="Rectangle 10"/>
            <p:cNvSpPr>
              <a:spLocks noChangeArrowheads="1"/>
            </p:cNvSpPr>
            <p:nvPr/>
          </p:nvSpPr>
          <p:spPr bwMode="auto">
            <a:xfrm flipH="1">
              <a:off x="6300192" y="4311886"/>
              <a:ext cx="151124" cy="301864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/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altLang="ko-KR" sz="1600" dirty="0" smtClean="0">
                  <a:solidFill>
                    <a:srgbClr val="3366CC"/>
                  </a:solidFill>
                  <a:latin typeface="HY견고딕" pitchFamily="18" charset="-127"/>
                  <a:ea typeface="HY견고딕" pitchFamily="18" charset="-127"/>
                </a:rPr>
                <a:t>-4.3</a:t>
              </a:r>
              <a:endParaRPr lang="en-US" altLang="ko-KR" sz="1600" dirty="0">
                <a:latin typeface="HY견고딕" pitchFamily="18" charset="-127"/>
                <a:ea typeface="HY견고딕" pitchFamily="18" charset="-127"/>
              </a:endParaRPr>
            </a:p>
          </p:txBody>
        </p:sp>
        <p:sp>
          <p:nvSpPr>
            <p:cNvPr id="61" name="Rectangle 11"/>
            <p:cNvSpPr>
              <a:spLocks noChangeArrowheads="1"/>
            </p:cNvSpPr>
            <p:nvPr/>
          </p:nvSpPr>
          <p:spPr bwMode="auto">
            <a:xfrm>
              <a:off x="6444208" y="4658133"/>
              <a:ext cx="385491" cy="301864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/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altLang="ko-KR" sz="1600" dirty="0" smtClean="0">
                  <a:solidFill>
                    <a:srgbClr val="3366CC"/>
                  </a:solidFill>
                  <a:latin typeface="HY견고딕" pitchFamily="18" charset="-127"/>
                  <a:ea typeface="HY견고딕" pitchFamily="18" charset="-127"/>
                </a:rPr>
                <a:t>1.1</a:t>
              </a:r>
              <a:endParaRPr lang="en-US" altLang="ko-KR" sz="1600" dirty="0">
                <a:latin typeface="HY견고딕" pitchFamily="18" charset="-127"/>
                <a:ea typeface="HY견고딕" pitchFamily="18" charset="-127"/>
              </a:endParaRPr>
            </a:p>
          </p:txBody>
        </p:sp>
        <p:sp>
          <p:nvSpPr>
            <p:cNvPr id="62" name="Rectangle 12"/>
            <p:cNvSpPr>
              <a:spLocks noChangeArrowheads="1"/>
            </p:cNvSpPr>
            <p:nvPr/>
          </p:nvSpPr>
          <p:spPr bwMode="auto">
            <a:xfrm>
              <a:off x="6444208" y="5011648"/>
              <a:ext cx="1152128" cy="301864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/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altLang="ko-KR" sz="1600" dirty="0" smtClean="0">
                  <a:solidFill>
                    <a:srgbClr val="3366CC"/>
                  </a:solidFill>
                  <a:latin typeface="HY견고딕" pitchFamily="18" charset="-127"/>
                  <a:ea typeface="HY견고딕" pitchFamily="18" charset="-127"/>
                </a:rPr>
                <a:t>4.2</a:t>
              </a:r>
              <a:endParaRPr lang="en-US" altLang="ko-KR" sz="1600" dirty="0">
                <a:latin typeface="HY견고딕" pitchFamily="18" charset="-127"/>
                <a:ea typeface="HY견고딕" pitchFamily="18" charset="-127"/>
              </a:endParaRPr>
            </a:p>
          </p:txBody>
        </p:sp>
        <p:grpSp>
          <p:nvGrpSpPr>
            <p:cNvPr id="69" name="그룹 68"/>
            <p:cNvGrpSpPr/>
            <p:nvPr/>
          </p:nvGrpSpPr>
          <p:grpSpPr>
            <a:xfrm>
              <a:off x="6490455" y="1560736"/>
              <a:ext cx="1969977" cy="508000"/>
              <a:chOff x="2518130" y="1984896"/>
              <a:chExt cx="1969977" cy="508000"/>
            </a:xfrm>
          </p:grpSpPr>
          <p:sp>
            <p:nvSpPr>
              <p:cNvPr id="70" name="AutoShape 8"/>
              <p:cNvSpPr>
                <a:spLocks noChangeArrowheads="1"/>
              </p:cNvSpPr>
              <p:nvPr/>
            </p:nvSpPr>
            <p:spPr bwMode="gray">
              <a:xfrm>
                <a:off x="2875629" y="1984896"/>
                <a:ext cx="1612478" cy="50800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B7E7FF">
                      <a:gamma/>
                      <a:tint val="0"/>
                      <a:invGamma/>
                    </a:srgbClr>
                  </a:gs>
                  <a:gs pos="100000">
                    <a:srgbClr val="B7E7FF"/>
                  </a:gs>
                </a:gsLst>
                <a:lin ang="0" scaled="1"/>
              </a:gradFill>
              <a:ln w="28575" algn="ctr">
                <a:solidFill>
                  <a:srgbClr val="B2B2B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76200" dir="10800000" kx="-3284103" algn="b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latinLnBrk="0" hangingPunct="0"/>
                <a:r>
                  <a:rPr kumimoji="0" lang="ko-KR" altLang="en-US" b="1" dirty="0" smtClean="0">
                    <a:latin typeface="Arial" charset="0"/>
                  </a:rPr>
                  <a:t>증가율</a:t>
                </a:r>
                <a:r>
                  <a:rPr kumimoji="0" lang="en-US" altLang="ko-KR" b="1" dirty="0" smtClean="0">
                    <a:latin typeface="Arial" charset="0"/>
                  </a:rPr>
                  <a:t>(%)</a:t>
                </a:r>
                <a:endParaRPr kumimoji="0" lang="en-US" altLang="ko-KR" b="1" dirty="0">
                  <a:latin typeface="Arial" charset="0"/>
                </a:endParaRPr>
              </a:p>
            </p:txBody>
          </p:sp>
          <p:grpSp>
            <p:nvGrpSpPr>
              <p:cNvPr id="71" name="Group 9"/>
              <p:cNvGrpSpPr>
                <a:grpSpLocks/>
              </p:cNvGrpSpPr>
              <p:nvPr/>
            </p:nvGrpSpPr>
            <p:grpSpPr bwMode="auto">
              <a:xfrm>
                <a:off x="2518130" y="2088631"/>
                <a:ext cx="381000" cy="381000"/>
                <a:chOff x="2078" y="1680"/>
                <a:chExt cx="1615" cy="1615"/>
              </a:xfrm>
            </p:grpSpPr>
            <p:sp>
              <p:nvSpPr>
                <p:cNvPr id="72" name="Oval 10"/>
                <p:cNvSpPr>
                  <a:spLocks noChangeArrowheads="1"/>
                </p:cNvSpPr>
                <p:nvPr/>
              </p:nvSpPr>
              <p:spPr bwMode="gray">
                <a:xfrm>
                  <a:off x="2078" y="1680"/>
                  <a:ext cx="1615" cy="1615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FF">
                        <a:gamma/>
                        <a:shade val="46275"/>
                        <a:invGamma/>
                      </a:srgbClr>
                    </a:gs>
                    <a:gs pos="50000">
                      <a:srgbClr val="FFFFFF"/>
                    </a:gs>
                    <a:gs pos="100000">
                      <a:srgbClr val="FFFFFF">
                        <a:gamma/>
                        <a:shade val="46275"/>
                        <a:invGamma/>
                      </a:srgbClr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57150" algn="ctr">
                      <a:solidFill>
                        <a:schemeClr val="bg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76200" dir="10800000" kx="-3284103" algn="br" rotWithShape="0">
                          <a:schemeClr val="bg2">
                            <a:alpha val="50000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73" name="Oval 11"/>
                <p:cNvSpPr>
                  <a:spLocks noChangeArrowheads="1"/>
                </p:cNvSpPr>
                <p:nvPr/>
              </p:nvSpPr>
              <p:spPr bwMode="gray">
                <a:xfrm>
                  <a:off x="2170" y="1771"/>
                  <a:ext cx="1430" cy="143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FF">
                        <a:gamma/>
                        <a:shade val="63529"/>
                        <a:invGamma/>
                      </a:srgbClr>
                    </a:gs>
                    <a:gs pos="50000">
                      <a:srgbClr val="FFFFFF"/>
                    </a:gs>
                    <a:gs pos="100000">
                      <a:srgbClr val="FFFFFF">
                        <a:gamma/>
                        <a:shade val="63529"/>
                        <a:invGamma/>
                      </a:srgbClr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algn="ctr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76200" dir="10800000" kx="-3284103" algn="br" rotWithShape="0">
                          <a:schemeClr val="bg2">
                            <a:alpha val="50000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74" name="Oval 12"/>
                <p:cNvSpPr>
                  <a:spLocks noChangeArrowheads="1"/>
                </p:cNvSpPr>
                <p:nvPr/>
              </p:nvSpPr>
              <p:spPr bwMode="gray">
                <a:xfrm>
                  <a:off x="2254" y="1856"/>
                  <a:ext cx="1262" cy="1264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>
                        <a:gamma/>
                        <a:tint val="0"/>
                        <a:invGamma/>
                      </a:schemeClr>
                    </a:gs>
                    <a:gs pos="50000">
                      <a:schemeClr val="hlink"/>
                    </a:gs>
                    <a:gs pos="100000">
                      <a:schemeClr val="hlink">
                        <a:gamma/>
                        <a:tint val="0"/>
                        <a:invGamma/>
                      </a:schemeClr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8100" algn="ctr">
                      <a:solidFill>
                        <a:schemeClr val="bg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9250" dir="3267739" algn="ctr" rotWithShape="0">
                          <a:srgbClr val="808080">
                            <a:alpha val="5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75" name="Oval 13"/>
                <p:cNvSpPr>
                  <a:spLocks noChangeArrowheads="1"/>
                </p:cNvSpPr>
                <p:nvPr/>
              </p:nvSpPr>
              <p:spPr bwMode="gray">
                <a:xfrm>
                  <a:off x="2254" y="1856"/>
                  <a:ext cx="1262" cy="1264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CC00">
                        <a:gamma/>
                        <a:shade val="0"/>
                        <a:invGamma/>
                      </a:srgbClr>
                    </a:gs>
                    <a:gs pos="100000">
                      <a:srgbClr val="FFCC00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8100" algn="ctr">
                      <a:solidFill>
                        <a:schemeClr val="bg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9250" dir="3267739" algn="ctr" rotWithShape="0">
                          <a:srgbClr val="808080">
                            <a:alpha val="5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76" name="Oval 14"/>
                <p:cNvSpPr>
                  <a:spLocks noChangeArrowheads="1"/>
                </p:cNvSpPr>
                <p:nvPr/>
              </p:nvSpPr>
              <p:spPr bwMode="gray">
                <a:xfrm>
                  <a:off x="2337" y="1939"/>
                  <a:ext cx="1096" cy="1098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>
                        <a:gamma/>
                        <a:shade val="54118"/>
                        <a:invGamma/>
                      </a:schemeClr>
                    </a:gs>
                    <a:gs pos="50000">
                      <a:schemeClr val="hlink"/>
                    </a:gs>
                    <a:gs pos="100000">
                      <a:schemeClr val="hlink">
                        <a:gamma/>
                        <a:shade val="54118"/>
                        <a:invGamma/>
                      </a:schemeClr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8100" algn="ctr">
                      <a:solidFill>
                        <a:schemeClr val="bg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9250" dir="3267739" algn="ctr" rotWithShape="0">
                          <a:srgbClr val="808080">
                            <a:alpha val="5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77" name="Oval 15"/>
                <p:cNvSpPr>
                  <a:spLocks noChangeArrowheads="1"/>
                </p:cNvSpPr>
                <p:nvPr/>
              </p:nvSpPr>
              <p:spPr bwMode="gray">
                <a:xfrm>
                  <a:off x="2337" y="1939"/>
                  <a:ext cx="1096" cy="1098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CC00"/>
                    </a:gs>
                    <a:gs pos="100000">
                      <a:srgbClr val="FFCC00">
                        <a:gamma/>
                        <a:shade val="48627"/>
                        <a:invGamma/>
                      </a:srgbClr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8100" algn="ctr">
                      <a:solidFill>
                        <a:schemeClr val="bg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9250" dir="3267739" algn="ctr" rotWithShape="0">
                          <a:srgbClr val="808080">
                            <a:alpha val="5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ko-KR" altLang="en-US"/>
                </a:p>
              </p:txBody>
            </p:sp>
          </p:grpSp>
        </p:grpSp>
        <p:grpSp>
          <p:nvGrpSpPr>
            <p:cNvPr id="78" name="그룹 77"/>
            <p:cNvGrpSpPr/>
            <p:nvPr/>
          </p:nvGrpSpPr>
          <p:grpSpPr>
            <a:xfrm>
              <a:off x="707350" y="1560736"/>
              <a:ext cx="2060896" cy="508000"/>
              <a:chOff x="120423" y="1984896"/>
              <a:chExt cx="2060896" cy="508000"/>
            </a:xfrm>
          </p:grpSpPr>
          <p:sp>
            <p:nvSpPr>
              <p:cNvPr id="79" name="AutoShape 6"/>
              <p:cNvSpPr>
                <a:spLocks noChangeArrowheads="1"/>
              </p:cNvSpPr>
              <p:nvPr/>
            </p:nvSpPr>
            <p:spPr bwMode="gray">
              <a:xfrm>
                <a:off x="501424" y="1984896"/>
                <a:ext cx="1679895" cy="50800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B7E7FF">
                      <a:gamma/>
                      <a:tint val="0"/>
                      <a:invGamma/>
                    </a:srgbClr>
                  </a:gs>
                  <a:gs pos="100000">
                    <a:srgbClr val="B7E7FF"/>
                  </a:gs>
                </a:gsLst>
                <a:lin ang="0" scaled="1"/>
              </a:gradFill>
              <a:ln w="28575" algn="ctr">
                <a:solidFill>
                  <a:srgbClr val="B2B2B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76200" dir="10800000" kx="-3284103" algn="b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latinLnBrk="0" hangingPunct="0"/>
                <a:r>
                  <a:rPr kumimoji="0" lang="ko-KR" altLang="en-US" b="1" dirty="0" smtClean="0">
                    <a:latin typeface="Arial" charset="0"/>
                  </a:rPr>
                  <a:t>규모</a:t>
                </a:r>
                <a:r>
                  <a:rPr kumimoji="0" lang="en-US" altLang="ko-KR" b="1" dirty="0" smtClean="0">
                    <a:latin typeface="Arial" charset="0"/>
                  </a:rPr>
                  <a:t>(</a:t>
                </a:r>
                <a:r>
                  <a:rPr kumimoji="0" lang="ko-KR" altLang="en-US" b="1" dirty="0" smtClean="0">
                    <a:latin typeface="Arial" charset="0"/>
                  </a:rPr>
                  <a:t>조원</a:t>
                </a:r>
                <a:r>
                  <a:rPr kumimoji="0" lang="en-US" altLang="ko-KR" b="1" dirty="0" smtClean="0">
                    <a:latin typeface="Arial" charset="0"/>
                  </a:rPr>
                  <a:t>)</a:t>
                </a:r>
                <a:endParaRPr kumimoji="0" lang="en-US" altLang="ko-KR" b="1" dirty="0">
                  <a:latin typeface="Arial" charset="0"/>
                </a:endParaRPr>
              </a:p>
            </p:txBody>
          </p:sp>
          <p:grpSp>
            <p:nvGrpSpPr>
              <p:cNvPr id="80" name="Group 23"/>
              <p:cNvGrpSpPr>
                <a:grpSpLocks/>
              </p:cNvGrpSpPr>
              <p:nvPr/>
            </p:nvGrpSpPr>
            <p:grpSpPr bwMode="auto">
              <a:xfrm>
                <a:off x="120423" y="2039888"/>
                <a:ext cx="381000" cy="381000"/>
                <a:chOff x="2078" y="1680"/>
                <a:chExt cx="1615" cy="1615"/>
              </a:xfrm>
            </p:grpSpPr>
            <p:sp>
              <p:nvSpPr>
                <p:cNvPr id="81" name="Oval 24"/>
                <p:cNvSpPr>
                  <a:spLocks noChangeArrowheads="1"/>
                </p:cNvSpPr>
                <p:nvPr/>
              </p:nvSpPr>
              <p:spPr bwMode="gray">
                <a:xfrm>
                  <a:off x="2078" y="1680"/>
                  <a:ext cx="1615" cy="1615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FF">
                        <a:gamma/>
                        <a:shade val="46275"/>
                        <a:invGamma/>
                      </a:srgbClr>
                    </a:gs>
                    <a:gs pos="50000">
                      <a:srgbClr val="FFFFFF"/>
                    </a:gs>
                    <a:gs pos="100000">
                      <a:srgbClr val="FFFFFF">
                        <a:gamma/>
                        <a:shade val="46275"/>
                        <a:invGamma/>
                      </a:srgbClr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57150" algn="ctr">
                      <a:solidFill>
                        <a:schemeClr val="bg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76200" dir="10800000" kx="-3284103" algn="br" rotWithShape="0">
                          <a:schemeClr val="bg2">
                            <a:alpha val="50000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82" name="Oval 25"/>
                <p:cNvSpPr>
                  <a:spLocks noChangeArrowheads="1"/>
                </p:cNvSpPr>
                <p:nvPr/>
              </p:nvSpPr>
              <p:spPr bwMode="gray">
                <a:xfrm>
                  <a:off x="2170" y="1771"/>
                  <a:ext cx="1430" cy="143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FF">
                        <a:gamma/>
                        <a:shade val="63529"/>
                        <a:invGamma/>
                      </a:srgbClr>
                    </a:gs>
                    <a:gs pos="50000">
                      <a:srgbClr val="FFFFFF"/>
                    </a:gs>
                    <a:gs pos="100000">
                      <a:srgbClr val="FFFFFF">
                        <a:gamma/>
                        <a:shade val="63529"/>
                        <a:invGamma/>
                      </a:srgbClr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algn="ctr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76200" dir="10800000" kx="-3284103" algn="br" rotWithShape="0">
                          <a:schemeClr val="bg2">
                            <a:alpha val="50000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83" name="Oval 26"/>
                <p:cNvSpPr>
                  <a:spLocks noChangeArrowheads="1"/>
                </p:cNvSpPr>
                <p:nvPr/>
              </p:nvSpPr>
              <p:spPr bwMode="gray">
                <a:xfrm>
                  <a:off x="2254" y="1856"/>
                  <a:ext cx="1262" cy="1264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>
                        <a:gamma/>
                        <a:tint val="0"/>
                        <a:invGamma/>
                      </a:schemeClr>
                    </a:gs>
                    <a:gs pos="50000">
                      <a:schemeClr val="hlink"/>
                    </a:gs>
                    <a:gs pos="100000">
                      <a:schemeClr val="hlink">
                        <a:gamma/>
                        <a:tint val="0"/>
                        <a:invGamma/>
                      </a:schemeClr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8100" algn="ctr">
                      <a:solidFill>
                        <a:schemeClr val="bg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9250" dir="3267739" algn="ctr" rotWithShape="0">
                          <a:srgbClr val="808080">
                            <a:alpha val="5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84" name="Oval 27"/>
                <p:cNvSpPr>
                  <a:spLocks noChangeArrowheads="1"/>
                </p:cNvSpPr>
                <p:nvPr/>
              </p:nvSpPr>
              <p:spPr bwMode="gray">
                <a:xfrm>
                  <a:off x="2254" y="1856"/>
                  <a:ext cx="1262" cy="1264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21B3E1"/>
                    </a:gs>
                    <a:gs pos="100000">
                      <a:srgbClr val="21B3E1">
                        <a:gamma/>
                        <a:shade val="46275"/>
                        <a:invGamma/>
                      </a:srgbClr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8100" algn="ctr">
                      <a:solidFill>
                        <a:schemeClr val="bg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9250" dir="3267739" algn="ctr" rotWithShape="0">
                          <a:srgbClr val="808080">
                            <a:alpha val="5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85" name="Oval 28"/>
                <p:cNvSpPr>
                  <a:spLocks noChangeArrowheads="1"/>
                </p:cNvSpPr>
                <p:nvPr/>
              </p:nvSpPr>
              <p:spPr bwMode="gray">
                <a:xfrm>
                  <a:off x="2337" y="1939"/>
                  <a:ext cx="1096" cy="1098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>
                        <a:gamma/>
                        <a:shade val="54118"/>
                        <a:invGamma/>
                      </a:schemeClr>
                    </a:gs>
                    <a:gs pos="50000">
                      <a:schemeClr val="hlink"/>
                    </a:gs>
                    <a:gs pos="100000">
                      <a:schemeClr val="hlink">
                        <a:gamma/>
                        <a:shade val="54118"/>
                        <a:invGamma/>
                      </a:schemeClr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8100" algn="ctr">
                      <a:solidFill>
                        <a:schemeClr val="bg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9250" dir="3267739" algn="ctr" rotWithShape="0">
                          <a:srgbClr val="808080">
                            <a:alpha val="5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86" name="Oval 29"/>
                <p:cNvSpPr>
                  <a:spLocks noChangeArrowheads="1"/>
                </p:cNvSpPr>
                <p:nvPr/>
              </p:nvSpPr>
              <p:spPr bwMode="gray">
                <a:xfrm>
                  <a:off x="2337" y="1939"/>
                  <a:ext cx="1096" cy="1098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0000"/>
                    </a:gs>
                    <a:gs pos="100000">
                      <a:srgbClr val="21B3E1">
                        <a:gamma/>
                        <a:shade val="48627"/>
                        <a:invGamma/>
                      </a:srgbClr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8100" algn="ctr">
                      <a:solidFill>
                        <a:schemeClr val="bg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9250" dir="3267739" algn="ctr" rotWithShape="0">
                          <a:srgbClr val="808080">
                            <a:alpha val="5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ko-KR" altLang="en-US"/>
                </a:p>
              </p:txBody>
            </p:sp>
          </p:grpSp>
        </p:grpSp>
      </p:grpSp>
      <p:sp>
        <p:nvSpPr>
          <p:cNvPr id="87" name="직사각형 86"/>
          <p:cNvSpPr/>
          <p:nvPr/>
        </p:nvSpPr>
        <p:spPr>
          <a:xfrm>
            <a:off x="8715404" y="6429396"/>
            <a:ext cx="428628" cy="428628"/>
          </a:xfrm>
          <a:prstGeom prst="rect">
            <a:avLst/>
          </a:prstGeom>
          <a:gradFill>
            <a:gsLst>
              <a:gs pos="0">
                <a:schemeClr val="accent6">
                  <a:shade val="51000"/>
                  <a:satMod val="130000"/>
                  <a:alpha val="0"/>
                </a:schemeClr>
              </a:gs>
              <a:gs pos="80000">
                <a:schemeClr val="accent6">
                  <a:shade val="93000"/>
                  <a:satMod val="130000"/>
                </a:schemeClr>
              </a:gs>
              <a:gs pos="100000">
                <a:schemeClr val="accent6">
                  <a:shade val="94000"/>
                  <a:satMod val="135000"/>
                </a:schemeClr>
              </a:gs>
            </a:gsLst>
            <a:lin ang="3600000" scaled="0"/>
          </a:gra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5000"/>
              </a:lnSpc>
              <a:defRPr/>
            </a:pPr>
            <a:r>
              <a:rPr lang="en-US" altLang="ko-KR" b="1" spc="-150" dirty="0" smtClean="0">
                <a:solidFill>
                  <a:srgbClr val="000000"/>
                </a:solidFill>
              </a:rPr>
              <a:t>47</a:t>
            </a:r>
            <a:endParaRPr lang="ko-KR" altLang="en-US" b="1" spc="-15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1215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3" cstate="print">
            <a:duotone>
              <a:prstClr val="black"/>
              <a:schemeClr val="accent5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1116215" y="404664"/>
            <a:ext cx="6905625" cy="962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 bwMode="auto">
          <a:xfrm>
            <a:off x="1032555" y="620688"/>
            <a:ext cx="6929454" cy="507831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2921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2700" b="1" spc="-150" dirty="0" smtClean="0">
                <a:ln>
                  <a:solidFill>
                    <a:schemeClr val="bg1">
                      <a:lumMod val="85000"/>
                    </a:schemeClr>
                  </a:solidFill>
                  <a:prstDash val="solid"/>
                </a:ln>
                <a:gradFill rotWithShape="1">
                  <a:gsLst>
                    <a:gs pos="0">
                      <a:schemeClr val="bg1">
                        <a:lumMod val="85000"/>
                      </a:schemeClr>
                    </a:gs>
                    <a:gs pos="40000">
                      <a:schemeClr val="bg1"/>
                    </a:gs>
                    <a:gs pos="50000">
                      <a:schemeClr val="bg1">
                        <a:lumMod val="65000"/>
                      </a:schemeClr>
                    </a:gs>
                    <a:gs pos="6800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5400000"/>
                </a:gradFill>
                <a:effectLst>
                  <a:outerShdw blurRad="50800" dist="38100" dir="5040000" algn="tl">
                    <a:schemeClr val="tx1">
                      <a:alpha val="70000"/>
                    </a:scheme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정부 </a:t>
            </a:r>
            <a:r>
              <a:rPr kumimoji="0" lang="en-US" altLang="ko-KR" sz="2700" b="1" spc="-150" dirty="0">
                <a:ln>
                  <a:solidFill>
                    <a:schemeClr val="bg1">
                      <a:lumMod val="85000"/>
                    </a:schemeClr>
                  </a:solidFill>
                  <a:prstDash val="solid"/>
                </a:ln>
                <a:gradFill rotWithShape="1">
                  <a:gsLst>
                    <a:gs pos="0">
                      <a:schemeClr val="bg1">
                        <a:lumMod val="85000"/>
                      </a:schemeClr>
                    </a:gs>
                    <a:gs pos="40000">
                      <a:schemeClr val="bg1"/>
                    </a:gs>
                    <a:gs pos="50000">
                      <a:schemeClr val="bg1">
                        <a:lumMod val="65000"/>
                      </a:schemeClr>
                    </a:gs>
                    <a:gs pos="6800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5400000"/>
                </a:gradFill>
                <a:effectLst>
                  <a:outerShdw blurRad="50800" dist="38100" dir="5040000" algn="tl">
                    <a:schemeClr val="tx1">
                      <a:alpha val="70000"/>
                    </a:scheme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R&amp;D </a:t>
            </a:r>
            <a:r>
              <a:rPr kumimoji="0" lang="ko-KR" altLang="en-US" sz="2700" b="1" spc="-150" dirty="0">
                <a:ln>
                  <a:solidFill>
                    <a:schemeClr val="bg1">
                      <a:lumMod val="85000"/>
                    </a:schemeClr>
                  </a:solidFill>
                  <a:prstDash val="solid"/>
                </a:ln>
                <a:gradFill rotWithShape="1">
                  <a:gsLst>
                    <a:gs pos="0">
                      <a:schemeClr val="bg1">
                        <a:lumMod val="85000"/>
                      </a:schemeClr>
                    </a:gs>
                    <a:gs pos="40000">
                      <a:schemeClr val="bg1"/>
                    </a:gs>
                    <a:gs pos="50000">
                      <a:schemeClr val="bg1">
                        <a:lumMod val="65000"/>
                      </a:schemeClr>
                    </a:gs>
                    <a:gs pos="6800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5400000"/>
                </a:gradFill>
                <a:effectLst>
                  <a:outerShdw blurRad="50800" dist="38100" dir="5040000" algn="tl">
                    <a:schemeClr val="tx1">
                      <a:alpha val="70000"/>
                    </a:scheme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예산  현황 </a:t>
            </a:r>
            <a:r>
              <a:rPr kumimoji="0" lang="en-US" altLang="ko-KR" sz="2700" b="1" spc="-150" dirty="0" smtClean="0">
                <a:ln>
                  <a:solidFill>
                    <a:schemeClr val="bg1">
                      <a:lumMod val="85000"/>
                    </a:schemeClr>
                  </a:solidFill>
                  <a:prstDash val="solid"/>
                </a:ln>
                <a:gradFill rotWithShape="1">
                  <a:gsLst>
                    <a:gs pos="0">
                      <a:schemeClr val="bg1">
                        <a:lumMod val="85000"/>
                      </a:schemeClr>
                    </a:gs>
                    <a:gs pos="40000">
                      <a:schemeClr val="bg1"/>
                    </a:gs>
                    <a:gs pos="50000">
                      <a:schemeClr val="bg1">
                        <a:lumMod val="65000"/>
                      </a:schemeClr>
                    </a:gs>
                    <a:gs pos="6800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5400000"/>
                </a:gradFill>
                <a:effectLst>
                  <a:outerShdw blurRad="50800" dist="38100" dir="5040000" algn="tl">
                    <a:schemeClr val="tx1">
                      <a:alpha val="70000"/>
                    </a:scheme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3. (375.4</a:t>
            </a:r>
            <a:r>
              <a:rPr kumimoji="0" lang="ko-KR" altLang="en-US" sz="2700" b="1" spc="-150" dirty="0" smtClean="0">
                <a:ln>
                  <a:solidFill>
                    <a:schemeClr val="bg1">
                      <a:lumMod val="85000"/>
                    </a:schemeClr>
                  </a:solidFill>
                  <a:prstDash val="solid"/>
                </a:ln>
                <a:gradFill rotWithShape="1">
                  <a:gsLst>
                    <a:gs pos="0">
                      <a:schemeClr val="bg1">
                        <a:lumMod val="85000"/>
                      </a:schemeClr>
                    </a:gs>
                    <a:gs pos="40000">
                      <a:schemeClr val="bg1"/>
                    </a:gs>
                    <a:gs pos="50000">
                      <a:schemeClr val="bg1">
                        <a:lumMod val="65000"/>
                      </a:schemeClr>
                    </a:gs>
                    <a:gs pos="6800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5400000"/>
                </a:gradFill>
                <a:effectLst>
                  <a:outerShdw blurRad="50800" dist="38100" dir="5040000" algn="tl">
                    <a:schemeClr val="tx1">
                      <a:alpha val="70000"/>
                    </a:scheme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조원</a:t>
            </a:r>
            <a:r>
              <a:rPr kumimoji="0" lang="en-US" altLang="ko-KR" sz="2700" b="1" spc="-150" dirty="0" smtClean="0">
                <a:ln>
                  <a:solidFill>
                    <a:schemeClr val="bg1">
                      <a:lumMod val="85000"/>
                    </a:schemeClr>
                  </a:solidFill>
                  <a:prstDash val="solid"/>
                </a:ln>
                <a:gradFill rotWithShape="1">
                  <a:gsLst>
                    <a:gs pos="0">
                      <a:schemeClr val="bg1">
                        <a:lumMod val="85000"/>
                      </a:schemeClr>
                    </a:gs>
                    <a:gs pos="40000">
                      <a:schemeClr val="bg1"/>
                    </a:gs>
                    <a:gs pos="50000">
                      <a:schemeClr val="bg1">
                        <a:lumMod val="65000"/>
                      </a:schemeClr>
                    </a:gs>
                    <a:gs pos="6800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5400000"/>
                </a:gradFill>
                <a:effectLst>
                  <a:outerShdw blurRad="50800" dist="38100" dir="5040000" algn="tl">
                    <a:schemeClr val="tx1">
                      <a:alpha val="70000"/>
                    </a:scheme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)-2015</a:t>
            </a:r>
            <a:r>
              <a:rPr kumimoji="0" lang="ko-KR" altLang="en-US" sz="2700" b="1" spc="-150" dirty="0" smtClean="0">
                <a:ln>
                  <a:solidFill>
                    <a:schemeClr val="bg1">
                      <a:lumMod val="85000"/>
                    </a:schemeClr>
                  </a:solidFill>
                  <a:prstDash val="solid"/>
                </a:ln>
                <a:gradFill rotWithShape="1">
                  <a:gsLst>
                    <a:gs pos="0">
                      <a:schemeClr val="bg1">
                        <a:lumMod val="85000"/>
                      </a:schemeClr>
                    </a:gs>
                    <a:gs pos="40000">
                      <a:schemeClr val="bg1"/>
                    </a:gs>
                    <a:gs pos="50000">
                      <a:schemeClr val="bg1">
                        <a:lumMod val="65000"/>
                      </a:schemeClr>
                    </a:gs>
                    <a:gs pos="6800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5400000"/>
                </a:gradFill>
                <a:effectLst>
                  <a:outerShdw blurRad="50800" dist="38100" dir="5040000" algn="tl">
                    <a:schemeClr val="tx1">
                      <a:alpha val="70000"/>
                    </a:scheme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년도</a:t>
            </a:r>
            <a:endParaRPr kumimoji="0" lang="ko-KR" altLang="en-US" sz="2700" b="1" spc="-150" dirty="0">
              <a:ln>
                <a:solidFill>
                  <a:schemeClr val="bg1">
                    <a:lumMod val="85000"/>
                  </a:schemeClr>
                </a:solidFill>
                <a:prstDash val="solid"/>
              </a:ln>
              <a:gradFill rotWithShape="1">
                <a:gsLst>
                  <a:gs pos="0">
                    <a:schemeClr val="bg1">
                      <a:lumMod val="85000"/>
                    </a:schemeClr>
                  </a:gs>
                  <a:gs pos="40000">
                    <a:schemeClr val="bg1"/>
                  </a:gs>
                  <a:gs pos="50000">
                    <a:schemeClr val="bg1">
                      <a:lumMod val="65000"/>
                    </a:schemeClr>
                  </a:gs>
                  <a:gs pos="6800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5400000"/>
              </a:gradFill>
              <a:effectLst>
                <a:outerShdw blurRad="50800" dist="38100" dir="5040000" algn="tl">
                  <a:schemeClr val="tx1">
                    <a:alpha val="70000"/>
                  </a:schemeClr>
                </a:outerShdw>
              </a:effectLst>
              <a:latin typeface="HY헤드라인M" pitchFamily="18" charset="-127"/>
              <a:ea typeface="HY헤드라인M" pitchFamily="18" charset="-127"/>
            </a:endParaRPr>
          </a:p>
        </p:txBody>
      </p:sp>
      <p:grpSp>
        <p:nvGrpSpPr>
          <p:cNvPr id="4" name="그룹 3"/>
          <p:cNvGrpSpPr/>
          <p:nvPr/>
        </p:nvGrpSpPr>
        <p:grpSpPr>
          <a:xfrm>
            <a:off x="755576" y="1628800"/>
            <a:ext cx="7776864" cy="4824536"/>
            <a:chOff x="683568" y="1556792"/>
            <a:chExt cx="7776864" cy="4824536"/>
          </a:xfrm>
        </p:grpSpPr>
        <p:sp>
          <p:nvSpPr>
            <p:cNvPr id="20" name="AutoShape 6"/>
            <p:cNvSpPr>
              <a:spLocks noChangeArrowheads="1"/>
            </p:cNvSpPr>
            <p:nvPr/>
          </p:nvSpPr>
          <p:spPr bwMode="gray">
            <a:xfrm>
              <a:off x="3736063" y="1556792"/>
              <a:ext cx="1916057" cy="50800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B7E7FF">
                    <a:gamma/>
                    <a:tint val="0"/>
                    <a:invGamma/>
                  </a:srgbClr>
                </a:gs>
                <a:gs pos="100000">
                  <a:srgbClr val="B7E7FF"/>
                </a:gs>
              </a:gsLst>
              <a:lin ang="0" scaled="1"/>
            </a:gradFill>
            <a:ln w="28575" algn="ctr">
              <a:solidFill>
                <a:srgbClr val="B2B2B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latinLnBrk="0" hangingPunct="0"/>
              <a:r>
                <a:rPr kumimoji="0" lang="ko-KR" altLang="en-US" b="1" dirty="0" smtClean="0">
                  <a:latin typeface="Arial" charset="0"/>
                </a:rPr>
                <a:t>분   야</a:t>
              </a:r>
              <a:endParaRPr kumimoji="0" lang="en-US" altLang="ko-KR" b="1" dirty="0">
                <a:latin typeface="Arial" charset="0"/>
              </a:endParaRPr>
            </a:p>
          </p:txBody>
        </p:sp>
        <p:grpSp>
          <p:nvGrpSpPr>
            <p:cNvPr id="21" name="Group 23"/>
            <p:cNvGrpSpPr>
              <a:grpSpLocks/>
            </p:cNvGrpSpPr>
            <p:nvPr/>
          </p:nvGrpSpPr>
          <p:grpSpPr bwMode="auto">
            <a:xfrm>
              <a:off x="3398912" y="1683792"/>
              <a:ext cx="381000" cy="381000"/>
              <a:chOff x="2078" y="1680"/>
              <a:chExt cx="1615" cy="1615"/>
            </a:xfrm>
          </p:grpSpPr>
          <p:sp>
            <p:nvSpPr>
              <p:cNvPr id="22" name="Oval 24"/>
              <p:cNvSpPr>
                <a:spLocks noChangeArrowheads="1"/>
              </p:cNvSpPr>
              <p:nvPr/>
            </p:nvSpPr>
            <p:spPr bwMode="gray">
              <a:xfrm>
                <a:off x="2078" y="1680"/>
                <a:ext cx="1615" cy="1615"/>
              </a:xfrm>
              <a:prstGeom prst="ellipse">
                <a:avLst/>
              </a:prstGeom>
              <a:gradFill rotWithShape="1">
                <a:gsLst>
                  <a:gs pos="0">
                    <a:srgbClr val="FFFFFF">
                      <a:gamma/>
                      <a:shade val="46275"/>
                      <a:invGamma/>
                    </a:srgbClr>
                  </a:gs>
                  <a:gs pos="50000">
                    <a:srgbClr val="FFFFFF"/>
                  </a:gs>
                  <a:gs pos="100000">
                    <a:srgbClr val="FFFFFF">
                      <a:gamma/>
                      <a:shade val="46275"/>
                      <a:invGamma/>
                    </a:srgbClr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57150" algn="ctr">
                    <a:solidFill>
                      <a:schemeClr val="bg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76200" dir="10800000" kx="-3284103" algn="b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3" name="Oval 25"/>
              <p:cNvSpPr>
                <a:spLocks noChangeArrowheads="1"/>
              </p:cNvSpPr>
              <p:nvPr/>
            </p:nvSpPr>
            <p:spPr bwMode="gray">
              <a:xfrm>
                <a:off x="2170" y="1771"/>
                <a:ext cx="1430" cy="1430"/>
              </a:xfrm>
              <a:prstGeom prst="ellipse">
                <a:avLst/>
              </a:prstGeom>
              <a:gradFill rotWithShape="1">
                <a:gsLst>
                  <a:gs pos="0">
                    <a:srgbClr val="FFFFFF">
                      <a:gamma/>
                      <a:shade val="63529"/>
                      <a:invGamma/>
                    </a:srgbClr>
                  </a:gs>
                  <a:gs pos="50000">
                    <a:srgbClr val="FFFFFF"/>
                  </a:gs>
                  <a:gs pos="100000">
                    <a:srgbClr val="FFFFFF">
                      <a:gamma/>
                      <a:shade val="63529"/>
                      <a:invGamma/>
                    </a:srgbClr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76200" dir="10800000" kx="-3284103" algn="b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4" name="Oval 26"/>
              <p:cNvSpPr>
                <a:spLocks noChangeArrowheads="1"/>
              </p:cNvSpPr>
              <p:nvPr/>
            </p:nvSpPr>
            <p:spPr bwMode="gray">
              <a:xfrm>
                <a:off x="2254" y="1856"/>
                <a:ext cx="1262" cy="1264"/>
              </a:xfrm>
              <a:prstGeom prst="ellipse">
                <a:avLst/>
              </a:prstGeom>
              <a:gradFill rotWithShape="1">
                <a:gsLst>
                  <a:gs pos="0">
                    <a:schemeClr val="hlink">
                      <a:gamma/>
                      <a:tint val="0"/>
                      <a:invGamma/>
                    </a:schemeClr>
                  </a:gs>
                  <a:gs pos="50000">
                    <a:schemeClr val="hlink"/>
                  </a:gs>
                  <a:gs pos="100000">
                    <a:schemeClr val="hlink">
                      <a:gamma/>
                      <a:tint val="0"/>
                      <a:invGamma/>
                    </a:schemeClr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38100" algn="ctr">
                    <a:solidFill>
                      <a:schemeClr val="bg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9250" dir="3267739" algn="ctr" rotWithShape="0">
                        <a:srgbClr val="808080">
                          <a:alpha val="50000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5" name="Oval 27"/>
              <p:cNvSpPr>
                <a:spLocks noChangeArrowheads="1"/>
              </p:cNvSpPr>
              <p:nvPr/>
            </p:nvSpPr>
            <p:spPr bwMode="gray">
              <a:xfrm>
                <a:off x="2254" y="1856"/>
                <a:ext cx="1262" cy="1264"/>
              </a:xfrm>
              <a:prstGeom prst="ellipse">
                <a:avLst/>
              </a:prstGeom>
              <a:gradFill rotWithShape="1">
                <a:gsLst>
                  <a:gs pos="0">
                    <a:srgbClr val="21B3E1"/>
                  </a:gs>
                  <a:gs pos="100000">
                    <a:srgbClr val="21B3E1">
                      <a:gamma/>
                      <a:shade val="46275"/>
                      <a:invGamma/>
                    </a:srgbClr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38100" algn="ctr">
                    <a:solidFill>
                      <a:schemeClr val="bg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9250" dir="3267739" algn="ctr" rotWithShape="0">
                        <a:srgbClr val="808080">
                          <a:alpha val="50000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6" name="Oval 28"/>
              <p:cNvSpPr>
                <a:spLocks noChangeArrowheads="1"/>
              </p:cNvSpPr>
              <p:nvPr/>
            </p:nvSpPr>
            <p:spPr bwMode="gray">
              <a:xfrm>
                <a:off x="2337" y="1939"/>
                <a:ext cx="1096" cy="1098"/>
              </a:xfrm>
              <a:prstGeom prst="ellipse">
                <a:avLst/>
              </a:prstGeom>
              <a:gradFill rotWithShape="1">
                <a:gsLst>
                  <a:gs pos="0">
                    <a:schemeClr val="hlink">
                      <a:gamma/>
                      <a:shade val="54118"/>
                      <a:invGamma/>
                    </a:schemeClr>
                  </a:gs>
                  <a:gs pos="50000">
                    <a:schemeClr val="hlink"/>
                  </a:gs>
                  <a:gs pos="100000">
                    <a:schemeClr val="hlink">
                      <a:gamma/>
                      <a:shade val="54118"/>
                      <a:invGamma/>
                    </a:schemeClr>
                  </a:gs>
                </a:gsLst>
                <a:lin ang="189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38100" algn="ctr">
                    <a:solidFill>
                      <a:schemeClr val="bg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9250" dir="3267739" algn="ctr" rotWithShape="0">
                        <a:srgbClr val="808080">
                          <a:alpha val="50000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27" name="Oval 29"/>
              <p:cNvSpPr>
                <a:spLocks noChangeArrowheads="1"/>
              </p:cNvSpPr>
              <p:nvPr/>
            </p:nvSpPr>
            <p:spPr bwMode="gray">
              <a:xfrm>
                <a:off x="2337" y="1939"/>
                <a:ext cx="1096" cy="1098"/>
              </a:xfrm>
              <a:prstGeom prst="ellipse">
                <a:avLst/>
              </a:prstGeom>
              <a:gradFill rotWithShape="1">
                <a:gsLst>
                  <a:gs pos="0">
                    <a:srgbClr val="21B3E1"/>
                  </a:gs>
                  <a:gs pos="100000">
                    <a:srgbClr val="21B3E1">
                      <a:gamma/>
                      <a:shade val="48627"/>
                      <a:invGamma/>
                    </a:srgbClr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38100" algn="ctr">
                    <a:solidFill>
                      <a:schemeClr val="bg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9250" dir="3267739" algn="ctr" rotWithShape="0">
                        <a:srgbClr val="808080">
                          <a:alpha val="50000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ko-KR" altLang="en-US"/>
              </a:p>
            </p:txBody>
          </p:sp>
        </p:grpSp>
        <p:grpSp>
          <p:nvGrpSpPr>
            <p:cNvPr id="2" name="그룹 1"/>
            <p:cNvGrpSpPr/>
            <p:nvPr/>
          </p:nvGrpSpPr>
          <p:grpSpPr>
            <a:xfrm>
              <a:off x="3374807" y="2204865"/>
              <a:ext cx="2853377" cy="2069441"/>
              <a:chOff x="3086775" y="1700808"/>
              <a:chExt cx="2853377" cy="2529163"/>
            </a:xfrm>
          </p:grpSpPr>
          <p:sp>
            <p:nvSpPr>
              <p:cNvPr id="13" name="Rectangle 10"/>
              <p:cNvSpPr>
                <a:spLocks noChangeArrowheads="1"/>
              </p:cNvSpPr>
              <p:nvPr/>
            </p:nvSpPr>
            <p:spPr bwMode="auto">
              <a:xfrm>
                <a:off x="3097207" y="2996952"/>
                <a:ext cx="2842945" cy="368923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/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ko-KR" altLang="en-US" sz="1600" dirty="0" smtClean="0">
                    <a:solidFill>
                      <a:srgbClr val="3366CC"/>
                    </a:solidFill>
                    <a:latin typeface="HY견고딕" pitchFamily="18" charset="-127"/>
                    <a:ea typeface="HY견고딕" pitchFamily="18" charset="-127"/>
                  </a:rPr>
                  <a:t>환경</a:t>
                </a:r>
                <a:endParaRPr lang="en-US" altLang="ko-KR" sz="1600" dirty="0">
                  <a:latin typeface="HY견고딕" pitchFamily="18" charset="-127"/>
                  <a:ea typeface="HY견고딕" pitchFamily="18" charset="-127"/>
                </a:endParaRPr>
              </a:p>
            </p:txBody>
          </p:sp>
          <p:sp>
            <p:nvSpPr>
              <p:cNvPr id="14" name="Rectangle 11"/>
              <p:cNvSpPr>
                <a:spLocks noChangeArrowheads="1"/>
              </p:cNvSpPr>
              <p:nvPr/>
            </p:nvSpPr>
            <p:spPr bwMode="auto">
              <a:xfrm>
                <a:off x="3086775" y="3429000"/>
                <a:ext cx="2842945" cy="368923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/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altLang="ko-KR" sz="3600" dirty="0" smtClean="0">
                    <a:solidFill>
                      <a:srgbClr val="FF0000"/>
                    </a:solidFill>
                    <a:latin typeface="HY견고딕" pitchFamily="18" charset="-127"/>
                    <a:ea typeface="HY견고딕" pitchFamily="18" charset="-127"/>
                  </a:rPr>
                  <a:t>R&amp;D</a:t>
                </a:r>
                <a:endParaRPr lang="en-US" altLang="ko-KR" sz="3600" dirty="0">
                  <a:solidFill>
                    <a:srgbClr val="FF0000"/>
                  </a:solidFill>
                  <a:latin typeface="HY견고딕" pitchFamily="18" charset="-127"/>
                  <a:ea typeface="HY견고딕" pitchFamily="18" charset="-127"/>
                </a:endParaRPr>
              </a:p>
            </p:txBody>
          </p:sp>
          <p:sp>
            <p:nvSpPr>
              <p:cNvPr id="15" name="Rectangle 12"/>
              <p:cNvSpPr>
                <a:spLocks noChangeArrowheads="1"/>
              </p:cNvSpPr>
              <p:nvPr/>
            </p:nvSpPr>
            <p:spPr bwMode="auto">
              <a:xfrm>
                <a:off x="3086775" y="3861048"/>
                <a:ext cx="2842945" cy="368923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/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ko-KR" altLang="en-US" sz="1600" dirty="0" smtClean="0">
                    <a:solidFill>
                      <a:srgbClr val="3366CC"/>
                    </a:solidFill>
                    <a:latin typeface="HY견고딕" pitchFamily="18" charset="-127"/>
                    <a:ea typeface="HY견고딕" pitchFamily="18" charset="-127"/>
                  </a:rPr>
                  <a:t>산업</a:t>
                </a:r>
                <a:r>
                  <a:rPr kumimoji="0" lang="en-US" altLang="ko-KR" sz="1600" dirty="0" smtClean="0">
                    <a:solidFill>
                      <a:srgbClr val="3366CC"/>
                    </a:solidFill>
                    <a:latin typeface="HY견고딕" pitchFamily="18" charset="-127"/>
                    <a:ea typeface="HY견고딕" pitchFamily="18" charset="-127"/>
                  </a:rPr>
                  <a:t>, </a:t>
                </a:r>
                <a:r>
                  <a:rPr kumimoji="0" lang="ko-KR" altLang="en-US" sz="1600" dirty="0" smtClean="0">
                    <a:solidFill>
                      <a:srgbClr val="3366CC"/>
                    </a:solidFill>
                    <a:latin typeface="HY견고딕" pitchFamily="18" charset="-127"/>
                    <a:ea typeface="HY견고딕" pitchFamily="18" charset="-127"/>
                  </a:rPr>
                  <a:t>중소기업</a:t>
                </a:r>
                <a:r>
                  <a:rPr kumimoji="0" lang="en-US" altLang="ko-KR" sz="1600" dirty="0" smtClean="0">
                    <a:solidFill>
                      <a:srgbClr val="3366CC"/>
                    </a:solidFill>
                    <a:latin typeface="HY견고딕" pitchFamily="18" charset="-127"/>
                    <a:ea typeface="HY견고딕" pitchFamily="18" charset="-127"/>
                  </a:rPr>
                  <a:t>, </a:t>
                </a:r>
                <a:r>
                  <a:rPr kumimoji="0" lang="ko-KR" altLang="en-US" sz="1600" dirty="0" smtClean="0">
                    <a:solidFill>
                      <a:srgbClr val="3366CC"/>
                    </a:solidFill>
                    <a:latin typeface="HY견고딕" pitchFamily="18" charset="-127"/>
                    <a:ea typeface="HY견고딕" pitchFamily="18" charset="-127"/>
                  </a:rPr>
                  <a:t>에너지</a:t>
                </a:r>
                <a:endParaRPr lang="en-US" altLang="ko-KR" sz="1600" dirty="0">
                  <a:latin typeface="HY견고딕" pitchFamily="18" charset="-127"/>
                  <a:ea typeface="HY견고딕" pitchFamily="18" charset="-127"/>
                </a:endParaRPr>
              </a:p>
            </p:txBody>
          </p:sp>
          <p:sp>
            <p:nvSpPr>
              <p:cNvPr id="29" name="Rectangle 10"/>
              <p:cNvSpPr>
                <a:spLocks noChangeArrowheads="1"/>
              </p:cNvSpPr>
              <p:nvPr/>
            </p:nvSpPr>
            <p:spPr bwMode="auto">
              <a:xfrm>
                <a:off x="3097207" y="1700808"/>
                <a:ext cx="2842945" cy="368923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/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ko-KR" altLang="en-US" sz="1600" dirty="0" smtClean="0">
                    <a:solidFill>
                      <a:srgbClr val="3366CC"/>
                    </a:solidFill>
                    <a:latin typeface="HY견고딕" pitchFamily="18" charset="-127"/>
                    <a:ea typeface="HY견고딕" pitchFamily="18" charset="-127"/>
                  </a:rPr>
                  <a:t>보건</a:t>
                </a:r>
                <a:r>
                  <a:rPr kumimoji="0" lang="en-US" altLang="ko-KR" sz="1600" dirty="0" smtClean="0">
                    <a:solidFill>
                      <a:srgbClr val="3366CC"/>
                    </a:solidFill>
                    <a:latin typeface="HY견고딕" pitchFamily="18" charset="-127"/>
                    <a:ea typeface="HY견고딕" pitchFamily="18" charset="-127"/>
                  </a:rPr>
                  <a:t>, </a:t>
                </a:r>
                <a:r>
                  <a:rPr kumimoji="0" lang="ko-KR" altLang="en-US" sz="1600" dirty="0" smtClean="0">
                    <a:solidFill>
                      <a:srgbClr val="3366CC"/>
                    </a:solidFill>
                    <a:latin typeface="HY견고딕" pitchFamily="18" charset="-127"/>
                    <a:ea typeface="HY견고딕" pitchFamily="18" charset="-127"/>
                  </a:rPr>
                  <a:t>복지</a:t>
                </a:r>
                <a:r>
                  <a:rPr kumimoji="0" lang="en-US" altLang="ko-KR" sz="1600" dirty="0" smtClean="0">
                    <a:solidFill>
                      <a:srgbClr val="3366CC"/>
                    </a:solidFill>
                    <a:latin typeface="HY견고딕" pitchFamily="18" charset="-127"/>
                    <a:ea typeface="HY견고딕" pitchFamily="18" charset="-127"/>
                  </a:rPr>
                  <a:t>, </a:t>
                </a:r>
                <a:r>
                  <a:rPr kumimoji="0" lang="ko-KR" altLang="en-US" sz="1600" dirty="0" smtClean="0">
                    <a:solidFill>
                      <a:srgbClr val="3366CC"/>
                    </a:solidFill>
                    <a:latin typeface="HY견고딕" pitchFamily="18" charset="-127"/>
                    <a:ea typeface="HY견고딕" pitchFamily="18" charset="-127"/>
                  </a:rPr>
                  <a:t>고용</a:t>
                </a:r>
                <a:endParaRPr lang="en-US" altLang="ko-KR" sz="1600" dirty="0">
                  <a:latin typeface="HY견고딕" pitchFamily="18" charset="-127"/>
                  <a:ea typeface="HY견고딕" pitchFamily="18" charset="-127"/>
                </a:endParaRPr>
              </a:p>
            </p:txBody>
          </p:sp>
          <p:sp>
            <p:nvSpPr>
              <p:cNvPr id="30" name="Rectangle 11"/>
              <p:cNvSpPr>
                <a:spLocks noChangeArrowheads="1"/>
              </p:cNvSpPr>
              <p:nvPr/>
            </p:nvSpPr>
            <p:spPr bwMode="auto">
              <a:xfrm>
                <a:off x="3086775" y="2123973"/>
                <a:ext cx="2842945" cy="368923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/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ko-KR" altLang="en-US" sz="1600" dirty="0" smtClean="0">
                    <a:solidFill>
                      <a:srgbClr val="3366CC"/>
                    </a:solidFill>
                    <a:latin typeface="HY견고딕" pitchFamily="18" charset="-127"/>
                    <a:ea typeface="HY견고딕" pitchFamily="18" charset="-127"/>
                  </a:rPr>
                  <a:t>교육</a:t>
                </a:r>
                <a:endParaRPr lang="en-US" altLang="ko-KR" sz="1600" dirty="0">
                  <a:latin typeface="HY견고딕" pitchFamily="18" charset="-127"/>
                  <a:ea typeface="HY견고딕" pitchFamily="18" charset="-127"/>
                </a:endParaRPr>
              </a:p>
            </p:txBody>
          </p:sp>
          <p:sp>
            <p:nvSpPr>
              <p:cNvPr id="31" name="Rectangle 12"/>
              <p:cNvSpPr>
                <a:spLocks noChangeArrowheads="1"/>
              </p:cNvSpPr>
              <p:nvPr/>
            </p:nvSpPr>
            <p:spPr bwMode="auto">
              <a:xfrm>
                <a:off x="3086775" y="2556021"/>
                <a:ext cx="2842945" cy="368923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/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ko-KR" altLang="en-US" sz="1600" dirty="0" smtClean="0">
                    <a:solidFill>
                      <a:srgbClr val="3366CC"/>
                    </a:solidFill>
                    <a:latin typeface="HY견고딕" pitchFamily="18" charset="-127"/>
                    <a:ea typeface="HY견고딕" pitchFamily="18" charset="-127"/>
                  </a:rPr>
                  <a:t>문화</a:t>
                </a:r>
                <a:r>
                  <a:rPr kumimoji="0" lang="en-US" altLang="ko-KR" sz="1600" dirty="0" smtClean="0">
                    <a:solidFill>
                      <a:srgbClr val="3366CC"/>
                    </a:solidFill>
                    <a:latin typeface="HY견고딕" pitchFamily="18" charset="-127"/>
                    <a:ea typeface="HY견고딕" pitchFamily="18" charset="-127"/>
                  </a:rPr>
                  <a:t>, </a:t>
                </a:r>
                <a:r>
                  <a:rPr kumimoji="0" lang="ko-KR" altLang="en-US" sz="1600" dirty="0" smtClean="0">
                    <a:solidFill>
                      <a:srgbClr val="3366CC"/>
                    </a:solidFill>
                    <a:latin typeface="HY견고딕" pitchFamily="18" charset="-127"/>
                    <a:ea typeface="HY견고딕" pitchFamily="18" charset="-127"/>
                  </a:rPr>
                  <a:t>체육</a:t>
                </a:r>
                <a:r>
                  <a:rPr kumimoji="0" lang="en-US" altLang="ko-KR" sz="1600" dirty="0" smtClean="0">
                    <a:solidFill>
                      <a:srgbClr val="3366CC"/>
                    </a:solidFill>
                    <a:latin typeface="HY견고딕" pitchFamily="18" charset="-127"/>
                    <a:ea typeface="HY견고딕" pitchFamily="18" charset="-127"/>
                  </a:rPr>
                  <a:t>, </a:t>
                </a:r>
                <a:r>
                  <a:rPr kumimoji="0" lang="ko-KR" altLang="en-US" sz="1600" dirty="0" smtClean="0">
                    <a:solidFill>
                      <a:srgbClr val="3366CC"/>
                    </a:solidFill>
                    <a:latin typeface="HY견고딕" pitchFamily="18" charset="-127"/>
                    <a:ea typeface="HY견고딕" pitchFamily="18" charset="-127"/>
                  </a:rPr>
                  <a:t>관광</a:t>
                </a:r>
                <a:endParaRPr lang="en-US" altLang="ko-KR" sz="1600" dirty="0">
                  <a:latin typeface="HY견고딕" pitchFamily="18" charset="-127"/>
                  <a:ea typeface="HY견고딕" pitchFamily="18" charset="-127"/>
                </a:endParaRPr>
              </a:p>
            </p:txBody>
          </p:sp>
        </p:grpSp>
        <p:grpSp>
          <p:nvGrpSpPr>
            <p:cNvPr id="32" name="그룹 31"/>
            <p:cNvGrpSpPr/>
            <p:nvPr/>
          </p:nvGrpSpPr>
          <p:grpSpPr>
            <a:xfrm>
              <a:off x="3374807" y="4311887"/>
              <a:ext cx="2853377" cy="2069441"/>
              <a:chOff x="3086775" y="1700808"/>
              <a:chExt cx="2853377" cy="2529163"/>
            </a:xfrm>
          </p:grpSpPr>
          <p:sp>
            <p:nvSpPr>
              <p:cNvPr id="33" name="Rectangle 10"/>
              <p:cNvSpPr>
                <a:spLocks noChangeArrowheads="1"/>
              </p:cNvSpPr>
              <p:nvPr/>
            </p:nvSpPr>
            <p:spPr bwMode="auto">
              <a:xfrm>
                <a:off x="3097207" y="2996952"/>
                <a:ext cx="2842945" cy="368923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/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ko-KR" altLang="en-US" sz="1600" dirty="0" smtClean="0">
                    <a:solidFill>
                      <a:srgbClr val="3366CC"/>
                    </a:solidFill>
                    <a:latin typeface="HY견고딕" pitchFamily="18" charset="-127"/>
                    <a:ea typeface="HY견고딕" pitchFamily="18" charset="-127"/>
                  </a:rPr>
                  <a:t>외교</a:t>
                </a:r>
                <a:r>
                  <a:rPr kumimoji="0" lang="en-US" altLang="ko-KR" sz="1600" dirty="0" smtClean="0">
                    <a:solidFill>
                      <a:srgbClr val="3366CC"/>
                    </a:solidFill>
                    <a:latin typeface="HY견고딕" pitchFamily="18" charset="-127"/>
                    <a:ea typeface="HY견고딕" pitchFamily="18" charset="-127"/>
                  </a:rPr>
                  <a:t>, </a:t>
                </a:r>
                <a:r>
                  <a:rPr kumimoji="0" lang="ko-KR" altLang="en-US" sz="1600" dirty="0" smtClean="0">
                    <a:solidFill>
                      <a:srgbClr val="3366CC"/>
                    </a:solidFill>
                    <a:latin typeface="HY견고딕" pitchFamily="18" charset="-127"/>
                    <a:ea typeface="HY견고딕" pitchFamily="18" charset="-127"/>
                  </a:rPr>
                  <a:t>통일</a:t>
                </a:r>
                <a:endParaRPr lang="en-US" altLang="ko-KR" sz="1600" dirty="0">
                  <a:latin typeface="HY견고딕" pitchFamily="18" charset="-127"/>
                  <a:ea typeface="HY견고딕" pitchFamily="18" charset="-127"/>
                </a:endParaRPr>
              </a:p>
            </p:txBody>
          </p:sp>
          <p:sp>
            <p:nvSpPr>
              <p:cNvPr id="34" name="Rectangle 11"/>
              <p:cNvSpPr>
                <a:spLocks noChangeArrowheads="1"/>
              </p:cNvSpPr>
              <p:nvPr/>
            </p:nvSpPr>
            <p:spPr bwMode="auto">
              <a:xfrm>
                <a:off x="3086775" y="3429000"/>
                <a:ext cx="2842945" cy="368923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/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ko-KR" altLang="en-US" sz="1600" dirty="0" smtClean="0">
                    <a:solidFill>
                      <a:srgbClr val="3366CC"/>
                    </a:solidFill>
                    <a:latin typeface="HY견고딕" pitchFamily="18" charset="-127"/>
                    <a:ea typeface="HY견고딕" pitchFamily="18" charset="-127"/>
                  </a:rPr>
                  <a:t>공공질서</a:t>
                </a:r>
                <a:r>
                  <a:rPr kumimoji="0" lang="en-US" altLang="ko-KR" sz="1600" dirty="0" smtClean="0">
                    <a:solidFill>
                      <a:srgbClr val="3366CC"/>
                    </a:solidFill>
                    <a:latin typeface="HY견고딕" pitchFamily="18" charset="-127"/>
                    <a:ea typeface="HY견고딕" pitchFamily="18" charset="-127"/>
                  </a:rPr>
                  <a:t>, </a:t>
                </a:r>
                <a:r>
                  <a:rPr kumimoji="0" lang="ko-KR" altLang="en-US" sz="1600" dirty="0" smtClean="0">
                    <a:solidFill>
                      <a:srgbClr val="3366CC"/>
                    </a:solidFill>
                    <a:latin typeface="HY견고딕" pitchFamily="18" charset="-127"/>
                    <a:ea typeface="HY견고딕" pitchFamily="18" charset="-127"/>
                  </a:rPr>
                  <a:t>안전</a:t>
                </a:r>
                <a:endParaRPr lang="en-US" altLang="ko-KR" sz="1600" dirty="0">
                  <a:latin typeface="HY견고딕" pitchFamily="18" charset="-127"/>
                  <a:ea typeface="HY견고딕" pitchFamily="18" charset="-127"/>
                </a:endParaRPr>
              </a:p>
            </p:txBody>
          </p:sp>
          <p:sp>
            <p:nvSpPr>
              <p:cNvPr id="35" name="Rectangle 12"/>
              <p:cNvSpPr>
                <a:spLocks noChangeArrowheads="1"/>
              </p:cNvSpPr>
              <p:nvPr/>
            </p:nvSpPr>
            <p:spPr bwMode="auto">
              <a:xfrm>
                <a:off x="3086775" y="3861048"/>
                <a:ext cx="2842945" cy="368923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/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ko-KR" altLang="en-US" sz="1600" dirty="0" smtClean="0">
                    <a:solidFill>
                      <a:srgbClr val="3366CC"/>
                    </a:solidFill>
                    <a:latin typeface="HY견고딕" pitchFamily="18" charset="-127"/>
                    <a:ea typeface="HY견고딕" pitchFamily="18" charset="-127"/>
                  </a:rPr>
                  <a:t>일반</a:t>
                </a:r>
                <a:r>
                  <a:rPr kumimoji="0" lang="en-US" altLang="ko-KR" sz="1600" dirty="0" smtClean="0">
                    <a:solidFill>
                      <a:srgbClr val="3366CC"/>
                    </a:solidFill>
                    <a:latin typeface="HY견고딕" pitchFamily="18" charset="-127"/>
                    <a:ea typeface="HY견고딕" pitchFamily="18" charset="-127"/>
                  </a:rPr>
                  <a:t>, </a:t>
                </a:r>
                <a:r>
                  <a:rPr kumimoji="0" lang="ko-KR" altLang="en-US" sz="1600" dirty="0" smtClean="0">
                    <a:solidFill>
                      <a:srgbClr val="3366CC"/>
                    </a:solidFill>
                    <a:latin typeface="HY견고딕" pitchFamily="18" charset="-127"/>
                    <a:ea typeface="HY견고딕" pitchFamily="18" charset="-127"/>
                  </a:rPr>
                  <a:t>지방행정</a:t>
                </a:r>
                <a:endParaRPr lang="en-US" altLang="ko-KR" sz="1600" dirty="0">
                  <a:latin typeface="HY견고딕" pitchFamily="18" charset="-127"/>
                  <a:ea typeface="HY견고딕" pitchFamily="18" charset="-127"/>
                </a:endParaRPr>
              </a:p>
            </p:txBody>
          </p:sp>
          <p:sp>
            <p:nvSpPr>
              <p:cNvPr id="36" name="Rectangle 10"/>
              <p:cNvSpPr>
                <a:spLocks noChangeArrowheads="1"/>
              </p:cNvSpPr>
              <p:nvPr/>
            </p:nvSpPr>
            <p:spPr bwMode="auto">
              <a:xfrm>
                <a:off x="3097207" y="1700808"/>
                <a:ext cx="2842945" cy="368923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/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altLang="ko-KR" sz="1600" dirty="0" smtClean="0">
                    <a:solidFill>
                      <a:srgbClr val="3366CC"/>
                    </a:solidFill>
                    <a:latin typeface="HY견고딕" pitchFamily="18" charset="-127"/>
                    <a:ea typeface="HY견고딕" pitchFamily="18" charset="-127"/>
                  </a:rPr>
                  <a:t>SOC</a:t>
                </a:r>
                <a:endParaRPr lang="en-US" altLang="ko-KR" sz="1600" dirty="0">
                  <a:latin typeface="HY견고딕" pitchFamily="18" charset="-127"/>
                  <a:ea typeface="HY견고딕" pitchFamily="18" charset="-127"/>
                </a:endParaRPr>
              </a:p>
            </p:txBody>
          </p:sp>
          <p:sp>
            <p:nvSpPr>
              <p:cNvPr id="37" name="Rectangle 11"/>
              <p:cNvSpPr>
                <a:spLocks noChangeArrowheads="1"/>
              </p:cNvSpPr>
              <p:nvPr/>
            </p:nvSpPr>
            <p:spPr bwMode="auto">
              <a:xfrm>
                <a:off x="3086775" y="2123973"/>
                <a:ext cx="2842945" cy="368923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/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ko-KR" altLang="en-US" sz="1600" dirty="0" smtClean="0">
                    <a:solidFill>
                      <a:srgbClr val="3366CC"/>
                    </a:solidFill>
                    <a:latin typeface="HY견고딕" pitchFamily="18" charset="-127"/>
                    <a:ea typeface="HY견고딕" pitchFamily="18" charset="-127"/>
                  </a:rPr>
                  <a:t>농림</a:t>
                </a:r>
                <a:r>
                  <a:rPr kumimoji="0" lang="en-US" altLang="ko-KR" sz="1600" dirty="0" smtClean="0">
                    <a:solidFill>
                      <a:srgbClr val="3366CC"/>
                    </a:solidFill>
                    <a:latin typeface="HY견고딕" pitchFamily="18" charset="-127"/>
                    <a:ea typeface="HY견고딕" pitchFamily="18" charset="-127"/>
                  </a:rPr>
                  <a:t>, </a:t>
                </a:r>
                <a:r>
                  <a:rPr kumimoji="0" lang="ko-KR" altLang="en-US" sz="1600" dirty="0" smtClean="0">
                    <a:solidFill>
                      <a:srgbClr val="3366CC"/>
                    </a:solidFill>
                    <a:latin typeface="HY견고딕" pitchFamily="18" charset="-127"/>
                    <a:ea typeface="HY견고딕" pitchFamily="18" charset="-127"/>
                  </a:rPr>
                  <a:t>수산</a:t>
                </a:r>
                <a:r>
                  <a:rPr kumimoji="0" lang="en-US" altLang="ko-KR" sz="1600" dirty="0" smtClean="0">
                    <a:solidFill>
                      <a:srgbClr val="3366CC"/>
                    </a:solidFill>
                    <a:latin typeface="HY견고딕" pitchFamily="18" charset="-127"/>
                    <a:ea typeface="HY견고딕" pitchFamily="18" charset="-127"/>
                  </a:rPr>
                  <a:t>, </a:t>
                </a:r>
                <a:r>
                  <a:rPr kumimoji="0" lang="ko-KR" altLang="en-US" sz="1600" dirty="0" smtClean="0">
                    <a:solidFill>
                      <a:srgbClr val="3366CC"/>
                    </a:solidFill>
                    <a:latin typeface="HY견고딕" pitchFamily="18" charset="-127"/>
                    <a:ea typeface="HY견고딕" pitchFamily="18" charset="-127"/>
                  </a:rPr>
                  <a:t>식품</a:t>
                </a:r>
                <a:endParaRPr lang="en-US" altLang="ko-KR" sz="1600" dirty="0">
                  <a:latin typeface="HY견고딕" pitchFamily="18" charset="-127"/>
                  <a:ea typeface="HY견고딕" pitchFamily="18" charset="-127"/>
                </a:endParaRPr>
              </a:p>
            </p:txBody>
          </p:sp>
          <p:sp>
            <p:nvSpPr>
              <p:cNvPr id="38" name="Rectangle 12"/>
              <p:cNvSpPr>
                <a:spLocks noChangeArrowheads="1"/>
              </p:cNvSpPr>
              <p:nvPr/>
            </p:nvSpPr>
            <p:spPr bwMode="auto">
              <a:xfrm>
                <a:off x="3086775" y="2556021"/>
                <a:ext cx="2842945" cy="368923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/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ko-KR" altLang="en-US" sz="1600" dirty="0" smtClean="0">
                    <a:solidFill>
                      <a:srgbClr val="3366CC"/>
                    </a:solidFill>
                    <a:latin typeface="HY견고딕" pitchFamily="18" charset="-127"/>
                    <a:ea typeface="HY견고딕" pitchFamily="18" charset="-127"/>
                  </a:rPr>
                  <a:t>국방</a:t>
                </a:r>
                <a:endParaRPr lang="en-US" altLang="ko-KR" sz="1600" dirty="0">
                  <a:latin typeface="HY견고딕" pitchFamily="18" charset="-127"/>
                  <a:ea typeface="HY견고딕" pitchFamily="18" charset="-127"/>
                </a:endParaRPr>
              </a:p>
            </p:txBody>
          </p:sp>
        </p:grpSp>
        <p:sp>
          <p:nvSpPr>
            <p:cNvPr id="40" name="Rectangle 10"/>
            <p:cNvSpPr>
              <a:spLocks noChangeArrowheads="1"/>
            </p:cNvSpPr>
            <p:nvPr/>
          </p:nvSpPr>
          <p:spPr bwMode="auto">
            <a:xfrm>
              <a:off x="2771800" y="3265410"/>
              <a:ext cx="360040" cy="301864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/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altLang="ko-KR" sz="1600" dirty="0" smtClean="0">
                  <a:solidFill>
                    <a:srgbClr val="3366CC"/>
                  </a:solidFill>
                  <a:latin typeface="HY견고딕" pitchFamily="18" charset="-127"/>
                  <a:ea typeface="HY견고딕" pitchFamily="18" charset="-127"/>
                </a:rPr>
                <a:t>6.8</a:t>
              </a:r>
              <a:endParaRPr lang="en-US" altLang="ko-KR" sz="1600" dirty="0">
                <a:latin typeface="HY견고딕" pitchFamily="18" charset="-127"/>
                <a:ea typeface="HY견고딕" pitchFamily="18" charset="-127"/>
              </a:endParaRPr>
            </a:p>
          </p:txBody>
        </p:sp>
        <p:sp>
          <p:nvSpPr>
            <p:cNvPr id="41" name="Rectangle 11"/>
            <p:cNvSpPr>
              <a:spLocks noChangeArrowheads="1"/>
            </p:cNvSpPr>
            <p:nvPr/>
          </p:nvSpPr>
          <p:spPr bwMode="auto">
            <a:xfrm>
              <a:off x="2483768" y="3618925"/>
              <a:ext cx="640964" cy="301864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/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altLang="ko-KR" sz="1600" dirty="0" smtClean="0">
                  <a:solidFill>
                    <a:srgbClr val="FF0000"/>
                  </a:solidFill>
                  <a:latin typeface="HY견고딕" pitchFamily="18" charset="-127"/>
                  <a:ea typeface="HY견고딕" pitchFamily="18" charset="-127"/>
                </a:rPr>
                <a:t>18.9</a:t>
              </a:r>
              <a:endParaRPr lang="en-US" altLang="ko-KR" sz="1600" dirty="0">
                <a:solidFill>
                  <a:srgbClr val="FF0000"/>
                </a:solidFill>
                <a:latin typeface="HY견고딕" pitchFamily="18" charset="-127"/>
                <a:ea typeface="HY견고딕" pitchFamily="18" charset="-127"/>
              </a:endParaRPr>
            </a:p>
          </p:txBody>
        </p:sp>
        <p:sp>
          <p:nvSpPr>
            <p:cNvPr id="42" name="Rectangle 12"/>
            <p:cNvSpPr>
              <a:spLocks noChangeArrowheads="1"/>
            </p:cNvSpPr>
            <p:nvPr/>
          </p:nvSpPr>
          <p:spPr bwMode="auto">
            <a:xfrm>
              <a:off x="2640454" y="3972441"/>
              <a:ext cx="484277" cy="301864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/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altLang="ko-KR" sz="1600" dirty="0" smtClean="0">
                  <a:solidFill>
                    <a:srgbClr val="3366CC"/>
                  </a:solidFill>
                  <a:latin typeface="HY견고딕" pitchFamily="18" charset="-127"/>
                  <a:ea typeface="HY견고딕" pitchFamily="18" charset="-127"/>
                </a:rPr>
                <a:t>16.4</a:t>
              </a:r>
              <a:endParaRPr lang="en-US" altLang="ko-KR" sz="1600" dirty="0">
                <a:latin typeface="HY견고딕" pitchFamily="18" charset="-127"/>
                <a:ea typeface="HY견고딕" pitchFamily="18" charset="-127"/>
              </a:endParaRPr>
            </a:p>
          </p:txBody>
        </p:sp>
        <p:sp>
          <p:nvSpPr>
            <p:cNvPr id="43" name="Rectangle 10"/>
            <p:cNvSpPr>
              <a:spLocks noChangeArrowheads="1"/>
            </p:cNvSpPr>
            <p:nvPr/>
          </p:nvSpPr>
          <p:spPr bwMode="auto">
            <a:xfrm>
              <a:off x="683568" y="2204864"/>
              <a:ext cx="2448272" cy="301864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/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altLang="ko-KR" sz="1600" dirty="0" smtClean="0">
                  <a:solidFill>
                    <a:srgbClr val="3366CC"/>
                  </a:solidFill>
                  <a:latin typeface="HY견고딕" pitchFamily="18" charset="-127"/>
                  <a:ea typeface="HY견고딕" pitchFamily="18" charset="-127"/>
                </a:rPr>
                <a:t>115.7</a:t>
              </a:r>
              <a:endParaRPr lang="en-US" altLang="ko-KR" sz="1600" dirty="0">
                <a:latin typeface="HY견고딕" pitchFamily="18" charset="-127"/>
                <a:ea typeface="HY견고딕" pitchFamily="18" charset="-127"/>
              </a:endParaRPr>
            </a:p>
          </p:txBody>
        </p:sp>
        <p:sp>
          <p:nvSpPr>
            <p:cNvPr id="44" name="Rectangle 11"/>
            <p:cNvSpPr>
              <a:spLocks noChangeArrowheads="1"/>
            </p:cNvSpPr>
            <p:nvPr/>
          </p:nvSpPr>
          <p:spPr bwMode="auto">
            <a:xfrm>
              <a:off x="1835696" y="2551111"/>
              <a:ext cx="1289036" cy="301864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/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altLang="ko-KR" sz="1600" dirty="0" smtClean="0">
                  <a:solidFill>
                    <a:srgbClr val="3366CC"/>
                  </a:solidFill>
                  <a:latin typeface="HY견고딕" pitchFamily="18" charset="-127"/>
                  <a:ea typeface="HY견고딕" pitchFamily="18" charset="-127"/>
                </a:rPr>
                <a:t>52.9</a:t>
              </a:r>
              <a:endParaRPr lang="en-US" altLang="ko-KR" sz="1600" dirty="0">
                <a:latin typeface="HY견고딕" pitchFamily="18" charset="-127"/>
                <a:ea typeface="HY견고딕" pitchFamily="18" charset="-127"/>
              </a:endParaRPr>
            </a:p>
          </p:txBody>
        </p:sp>
        <p:sp>
          <p:nvSpPr>
            <p:cNvPr id="45" name="Rectangle 12"/>
            <p:cNvSpPr>
              <a:spLocks noChangeArrowheads="1"/>
            </p:cNvSpPr>
            <p:nvPr/>
          </p:nvSpPr>
          <p:spPr bwMode="auto">
            <a:xfrm>
              <a:off x="2771800" y="2904626"/>
              <a:ext cx="360040" cy="301864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/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altLang="ko-KR" sz="1600" dirty="0" smtClean="0">
                  <a:solidFill>
                    <a:srgbClr val="3366CC"/>
                  </a:solidFill>
                  <a:latin typeface="HY견고딕" pitchFamily="18" charset="-127"/>
                  <a:ea typeface="HY견고딕" pitchFamily="18" charset="-127"/>
                </a:rPr>
                <a:t>6.1</a:t>
              </a:r>
              <a:endParaRPr lang="en-US" altLang="ko-KR" sz="1600" dirty="0">
                <a:latin typeface="HY견고딕" pitchFamily="18" charset="-127"/>
                <a:ea typeface="HY견고딕" pitchFamily="18" charset="-127"/>
              </a:endParaRPr>
            </a:p>
          </p:txBody>
        </p:sp>
        <p:sp>
          <p:nvSpPr>
            <p:cNvPr id="47" name="Rectangle 10"/>
            <p:cNvSpPr>
              <a:spLocks noChangeArrowheads="1"/>
            </p:cNvSpPr>
            <p:nvPr/>
          </p:nvSpPr>
          <p:spPr bwMode="auto">
            <a:xfrm>
              <a:off x="2804250" y="5372432"/>
              <a:ext cx="327590" cy="301864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/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altLang="ko-KR" sz="1600" dirty="0" smtClean="0">
                  <a:solidFill>
                    <a:srgbClr val="3366CC"/>
                  </a:solidFill>
                  <a:latin typeface="HY견고딕" pitchFamily="18" charset="-127"/>
                  <a:ea typeface="HY견고딕" pitchFamily="18" charset="-127"/>
                </a:rPr>
                <a:t>4.5</a:t>
              </a:r>
              <a:endParaRPr lang="en-US" altLang="ko-KR" sz="1600" dirty="0">
                <a:latin typeface="HY견고딕" pitchFamily="18" charset="-127"/>
                <a:ea typeface="HY견고딕" pitchFamily="18" charset="-127"/>
              </a:endParaRPr>
            </a:p>
          </p:txBody>
        </p:sp>
        <p:sp>
          <p:nvSpPr>
            <p:cNvPr id="48" name="Rectangle 11"/>
            <p:cNvSpPr>
              <a:spLocks noChangeArrowheads="1"/>
            </p:cNvSpPr>
            <p:nvPr/>
          </p:nvSpPr>
          <p:spPr bwMode="auto">
            <a:xfrm>
              <a:off x="2483768" y="5725947"/>
              <a:ext cx="640964" cy="301864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/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altLang="ko-KR" sz="1600" dirty="0" smtClean="0">
                  <a:solidFill>
                    <a:srgbClr val="3366CC"/>
                  </a:solidFill>
                  <a:latin typeface="HY견고딕" pitchFamily="18" charset="-127"/>
                  <a:ea typeface="HY견고딕" pitchFamily="18" charset="-127"/>
                </a:rPr>
                <a:t>16.9</a:t>
              </a:r>
              <a:endParaRPr lang="en-US" altLang="ko-KR" sz="1600" dirty="0">
                <a:latin typeface="HY견고딕" pitchFamily="18" charset="-127"/>
                <a:ea typeface="HY견고딕" pitchFamily="18" charset="-127"/>
              </a:endParaRPr>
            </a:p>
          </p:txBody>
        </p:sp>
        <p:sp>
          <p:nvSpPr>
            <p:cNvPr id="49" name="Rectangle 12"/>
            <p:cNvSpPr>
              <a:spLocks noChangeArrowheads="1"/>
            </p:cNvSpPr>
            <p:nvPr/>
          </p:nvSpPr>
          <p:spPr bwMode="auto">
            <a:xfrm>
              <a:off x="1763688" y="6079463"/>
              <a:ext cx="1361044" cy="301864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/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altLang="ko-KR" sz="1600" dirty="0" smtClean="0">
                  <a:solidFill>
                    <a:srgbClr val="3366CC"/>
                  </a:solidFill>
                  <a:latin typeface="HY견고딕" pitchFamily="18" charset="-127"/>
                  <a:ea typeface="HY견고딕" pitchFamily="18" charset="-127"/>
                </a:rPr>
                <a:t>58.0</a:t>
              </a:r>
              <a:endParaRPr lang="en-US" altLang="ko-KR" sz="1600" dirty="0">
                <a:latin typeface="HY견고딕" pitchFamily="18" charset="-127"/>
                <a:ea typeface="HY견고딕" pitchFamily="18" charset="-127"/>
              </a:endParaRPr>
            </a:p>
          </p:txBody>
        </p:sp>
        <p:sp>
          <p:nvSpPr>
            <p:cNvPr id="50" name="Rectangle 10"/>
            <p:cNvSpPr>
              <a:spLocks noChangeArrowheads="1"/>
            </p:cNvSpPr>
            <p:nvPr/>
          </p:nvSpPr>
          <p:spPr bwMode="auto">
            <a:xfrm>
              <a:off x="2267744" y="4311886"/>
              <a:ext cx="864096" cy="301864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/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altLang="ko-KR" sz="1600" dirty="0" smtClean="0">
                  <a:solidFill>
                    <a:srgbClr val="3366CC"/>
                  </a:solidFill>
                  <a:latin typeface="HY견고딕" pitchFamily="18" charset="-127"/>
                  <a:ea typeface="HY견고딕" pitchFamily="18" charset="-127"/>
                </a:rPr>
                <a:t>24.8</a:t>
              </a:r>
              <a:endParaRPr lang="en-US" altLang="ko-KR" sz="1600" dirty="0">
                <a:latin typeface="HY견고딕" pitchFamily="18" charset="-127"/>
                <a:ea typeface="HY견고딕" pitchFamily="18" charset="-127"/>
              </a:endParaRPr>
            </a:p>
          </p:txBody>
        </p:sp>
        <p:sp>
          <p:nvSpPr>
            <p:cNvPr id="51" name="Rectangle 11"/>
            <p:cNvSpPr>
              <a:spLocks noChangeArrowheads="1"/>
            </p:cNvSpPr>
            <p:nvPr/>
          </p:nvSpPr>
          <p:spPr bwMode="auto">
            <a:xfrm>
              <a:off x="2411760" y="4658133"/>
              <a:ext cx="712972" cy="301864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/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altLang="ko-KR" sz="1600" dirty="0" smtClean="0">
                  <a:solidFill>
                    <a:srgbClr val="3366CC"/>
                  </a:solidFill>
                  <a:latin typeface="HY견고딕" pitchFamily="18" charset="-127"/>
                  <a:ea typeface="HY견고딕" pitchFamily="18" charset="-127"/>
                </a:rPr>
                <a:t>19.3</a:t>
              </a:r>
              <a:endParaRPr lang="en-US" altLang="ko-KR" sz="1600" dirty="0">
                <a:latin typeface="HY견고딕" pitchFamily="18" charset="-127"/>
                <a:ea typeface="HY견고딕" pitchFamily="18" charset="-127"/>
              </a:endParaRPr>
            </a:p>
          </p:txBody>
        </p:sp>
        <p:sp>
          <p:nvSpPr>
            <p:cNvPr id="52" name="Rectangle 12"/>
            <p:cNvSpPr>
              <a:spLocks noChangeArrowheads="1"/>
            </p:cNvSpPr>
            <p:nvPr/>
          </p:nvSpPr>
          <p:spPr bwMode="auto">
            <a:xfrm>
              <a:off x="2163286" y="5011648"/>
              <a:ext cx="961446" cy="301864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/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altLang="ko-KR" sz="1600" dirty="0" smtClean="0">
                  <a:solidFill>
                    <a:srgbClr val="3366CC"/>
                  </a:solidFill>
                  <a:latin typeface="HY견고딕" pitchFamily="18" charset="-127"/>
                  <a:ea typeface="HY견고딕" pitchFamily="18" charset="-127"/>
                </a:rPr>
                <a:t>37.5</a:t>
              </a:r>
              <a:endParaRPr lang="en-US" altLang="ko-KR" sz="1600" dirty="0">
                <a:latin typeface="HY견고딕" pitchFamily="18" charset="-127"/>
                <a:ea typeface="HY견고딕" pitchFamily="18" charset="-127"/>
              </a:endParaRPr>
            </a:p>
          </p:txBody>
        </p:sp>
        <p:sp>
          <p:nvSpPr>
            <p:cNvPr id="63" name="Rectangle 10"/>
            <p:cNvSpPr>
              <a:spLocks noChangeArrowheads="1"/>
            </p:cNvSpPr>
            <p:nvPr/>
          </p:nvSpPr>
          <p:spPr bwMode="auto">
            <a:xfrm>
              <a:off x="6451316" y="3265410"/>
              <a:ext cx="229639" cy="301864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/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altLang="ko-KR" sz="1600" dirty="0" smtClean="0">
                  <a:solidFill>
                    <a:srgbClr val="3366CC"/>
                  </a:solidFill>
                  <a:latin typeface="HY견고딕" pitchFamily="18" charset="-127"/>
                  <a:ea typeface="HY견고딕" pitchFamily="18" charset="-127"/>
                </a:rPr>
                <a:t>0.6</a:t>
              </a:r>
              <a:endParaRPr lang="en-US" altLang="ko-KR" sz="1600" dirty="0">
                <a:latin typeface="HY견고딕" pitchFamily="18" charset="-127"/>
                <a:ea typeface="HY견고딕" pitchFamily="18" charset="-127"/>
              </a:endParaRPr>
            </a:p>
          </p:txBody>
        </p:sp>
        <p:sp>
          <p:nvSpPr>
            <p:cNvPr id="64" name="Rectangle 11"/>
            <p:cNvSpPr>
              <a:spLocks noChangeArrowheads="1"/>
            </p:cNvSpPr>
            <p:nvPr/>
          </p:nvSpPr>
          <p:spPr bwMode="auto">
            <a:xfrm>
              <a:off x="6444208" y="3618925"/>
              <a:ext cx="327590" cy="301864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/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altLang="ko-KR" sz="1600" dirty="0" smtClean="0">
                  <a:solidFill>
                    <a:srgbClr val="FF0000"/>
                  </a:solidFill>
                  <a:latin typeface="HY견고딕" pitchFamily="18" charset="-127"/>
                  <a:ea typeface="HY견고딕" pitchFamily="18" charset="-127"/>
                </a:rPr>
                <a:t>1.0</a:t>
              </a:r>
              <a:endParaRPr lang="en-US" altLang="ko-KR" sz="1600" dirty="0">
                <a:solidFill>
                  <a:srgbClr val="FF0000"/>
                </a:solidFill>
                <a:latin typeface="HY견고딕" pitchFamily="18" charset="-127"/>
                <a:ea typeface="HY견고딕" pitchFamily="18" charset="-127"/>
              </a:endParaRPr>
            </a:p>
          </p:txBody>
        </p:sp>
        <p:sp>
          <p:nvSpPr>
            <p:cNvPr id="65" name="Rectangle 12"/>
            <p:cNvSpPr>
              <a:spLocks noChangeArrowheads="1"/>
            </p:cNvSpPr>
            <p:nvPr/>
          </p:nvSpPr>
          <p:spPr bwMode="auto">
            <a:xfrm>
              <a:off x="6444207" y="3972441"/>
              <a:ext cx="385491" cy="301864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/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altLang="ko-KR" sz="1600" dirty="0" smtClean="0">
                  <a:solidFill>
                    <a:srgbClr val="3366CC"/>
                  </a:solidFill>
                  <a:latin typeface="HY견고딕" pitchFamily="18" charset="-127"/>
                  <a:ea typeface="HY견고딕" pitchFamily="18" charset="-127"/>
                </a:rPr>
                <a:t>1.1</a:t>
              </a:r>
              <a:endParaRPr lang="en-US" altLang="ko-KR" sz="1600" dirty="0">
                <a:latin typeface="HY견고딕" pitchFamily="18" charset="-127"/>
                <a:ea typeface="HY견고딕" pitchFamily="18" charset="-127"/>
              </a:endParaRPr>
            </a:p>
          </p:txBody>
        </p:sp>
        <p:sp>
          <p:nvSpPr>
            <p:cNvPr id="66" name="Rectangle 10"/>
            <p:cNvSpPr>
              <a:spLocks noChangeArrowheads="1"/>
            </p:cNvSpPr>
            <p:nvPr/>
          </p:nvSpPr>
          <p:spPr bwMode="auto">
            <a:xfrm>
              <a:off x="6451316" y="2204864"/>
              <a:ext cx="1937108" cy="301864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/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altLang="ko-KR" sz="1600" dirty="0" smtClean="0">
                  <a:solidFill>
                    <a:srgbClr val="3366CC"/>
                  </a:solidFill>
                  <a:latin typeface="HY견고딕" pitchFamily="18" charset="-127"/>
                  <a:ea typeface="HY견고딕" pitchFamily="18" charset="-127"/>
                </a:rPr>
                <a:t>8.5</a:t>
              </a:r>
              <a:endParaRPr lang="en-US" altLang="ko-KR" sz="1600" dirty="0">
                <a:latin typeface="HY견고딕" pitchFamily="18" charset="-127"/>
                <a:ea typeface="HY견고딕" pitchFamily="18" charset="-127"/>
              </a:endParaRPr>
            </a:p>
          </p:txBody>
        </p:sp>
        <p:sp>
          <p:nvSpPr>
            <p:cNvPr id="67" name="Rectangle 11"/>
            <p:cNvSpPr>
              <a:spLocks noChangeArrowheads="1"/>
            </p:cNvSpPr>
            <p:nvPr/>
          </p:nvSpPr>
          <p:spPr bwMode="auto">
            <a:xfrm>
              <a:off x="6444208" y="2551111"/>
              <a:ext cx="504056" cy="301864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/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altLang="ko-KR" sz="1600" dirty="0" smtClean="0">
                  <a:solidFill>
                    <a:srgbClr val="3366CC"/>
                  </a:solidFill>
                  <a:latin typeface="HY견고딕" pitchFamily="18" charset="-127"/>
                  <a:ea typeface="HY견고딕" pitchFamily="18" charset="-127"/>
                </a:rPr>
                <a:t>2.3</a:t>
              </a:r>
              <a:endParaRPr lang="en-US" altLang="ko-KR" sz="1600" dirty="0">
                <a:latin typeface="HY견고딕" pitchFamily="18" charset="-127"/>
                <a:ea typeface="HY견고딕" pitchFamily="18" charset="-127"/>
              </a:endParaRPr>
            </a:p>
          </p:txBody>
        </p:sp>
        <p:sp>
          <p:nvSpPr>
            <p:cNvPr id="68" name="Rectangle 12"/>
            <p:cNvSpPr>
              <a:spLocks noChangeArrowheads="1"/>
            </p:cNvSpPr>
            <p:nvPr/>
          </p:nvSpPr>
          <p:spPr bwMode="auto">
            <a:xfrm>
              <a:off x="6444208" y="2904626"/>
              <a:ext cx="1152128" cy="301864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/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altLang="ko-KR" sz="1600" dirty="0" smtClean="0">
                  <a:solidFill>
                    <a:srgbClr val="3366CC"/>
                  </a:solidFill>
                  <a:latin typeface="HY견고딕" pitchFamily="18" charset="-127"/>
                  <a:ea typeface="HY견고딕" pitchFamily="18" charset="-127"/>
                </a:rPr>
                <a:t>5.7</a:t>
              </a:r>
              <a:endParaRPr lang="en-US" altLang="ko-KR" sz="1600" dirty="0">
                <a:latin typeface="HY견고딕" pitchFamily="18" charset="-127"/>
                <a:ea typeface="HY견고딕" pitchFamily="18" charset="-127"/>
              </a:endParaRPr>
            </a:p>
          </p:txBody>
        </p:sp>
        <p:sp>
          <p:nvSpPr>
            <p:cNvPr id="57" name="Rectangle 10"/>
            <p:cNvSpPr>
              <a:spLocks noChangeArrowheads="1"/>
            </p:cNvSpPr>
            <p:nvPr/>
          </p:nvSpPr>
          <p:spPr bwMode="auto">
            <a:xfrm>
              <a:off x="6451316" y="5372432"/>
              <a:ext cx="156687" cy="301864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/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altLang="ko-KR" sz="1600" dirty="0" smtClean="0">
                  <a:solidFill>
                    <a:srgbClr val="3366CC"/>
                  </a:solidFill>
                  <a:latin typeface="HY견고딕" pitchFamily="18" charset="-127"/>
                  <a:ea typeface="HY견고딕" pitchFamily="18" charset="-127"/>
                </a:rPr>
                <a:t>0.3</a:t>
              </a:r>
              <a:endParaRPr lang="en-US" altLang="ko-KR" sz="1600" dirty="0">
                <a:latin typeface="HY견고딕" pitchFamily="18" charset="-127"/>
                <a:ea typeface="HY견고딕" pitchFamily="18" charset="-127"/>
              </a:endParaRPr>
            </a:p>
          </p:txBody>
        </p:sp>
        <p:sp>
          <p:nvSpPr>
            <p:cNvPr id="58" name="Rectangle 11"/>
            <p:cNvSpPr>
              <a:spLocks noChangeArrowheads="1"/>
            </p:cNvSpPr>
            <p:nvPr/>
          </p:nvSpPr>
          <p:spPr bwMode="auto">
            <a:xfrm>
              <a:off x="6444208" y="5725947"/>
              <a:ext cx="385490" cy="301864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/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altLang="ko-KR" sz="1600" dirty="0" smtClean="0">
                  <a:solidFill>
                    <a:srgbClr val="3366CC"/>
                  </a:solidFill>
                  <a:latin typeface="HY견고딕" pitchFamily="18" charset="-127"/>
                  <a:ea typeface="HY견고딕" pitchFamily="18" charset="-127"/>
                </a:rPr>
                <a:t>1.1</a:t>
              </a:r>
              <a:endParaRPr lang="en-US" altLang="ko-KR" sz="1600" dirty="0">
                <a:latin typeface="HY견고딕" pitchFamily="18" charset="-127"/>
                <a:ea typeface="HY견고딕" pitchFamily="18" charset="-127"/>
              </a:endParaRPr>
            </a:p>
          </p:txBody>
        </p:sp>
        <p:sp>
          <p:nvSpPr>
            <p:cNvPr id="59" name="Rectangle 12"/>
            <p:cNvSpPr>
              <a:spLocks noChangeArrowheads="1"/>
            </p:cNvSpPr>
            <p:nvPr/>
          </p:nvSpPr>
          <p:spPr bwMode="auto">
            <a:xfrm>
              <a:off x="6444208" y="6079463"/>
              <a:ext cx="576064" cy="301864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/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altLang="ko-KR" sz="1600" dirty="0" smtClean="0">
                  <a:solidFill>
                    <a:srgbClr val="3366CC"/>
                  </a:solidFill>
                  <a:latin typeface="HY견고딕" pitchFamily="18" charset="-127"/>
                  <a:ea typeface="HY견고딕" pitchFamily="18" charset="-127"/>
                </a:rPr>
                <a:t>2.0</a:t>
              </a:r>
              <a:endParaRPr lang="en-US" altLang="ko-KR" sz="1600" dirty="0">
                <a:latin typeface="HY견고딕" pitchFamily="18" charset="-127"/>
                <a:ea typeface="HY견고딕" pitchFamily="18" charset="-127"/>
              </a:endParaRPr>
            </a:p>
          </p:txBody>
        </p:sp>
        <p:sp>
          <p:nvSpPr>
            <p:cNvPr id="60" name="Rectangle 10"/>
            <p:cNvSpPr>
              <a:spLocks noChangeArrowheads="1"/>
            </p:cNvSpPr>
            <p:nvPr/>
          </p:nvSpPr>
          <p:spPr bwMode="auto">
            <a:xfrm flipH="1">
              <a:off x="6437100" y="4311886"/>
              <a:ext cx="259136" cy="301864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/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altLang="ko-KR" sz="1600" dirty="0" smtClean="0">
                  <a:solidFill>
                    <a:srgbClr val="3366CC"/>
                  </a:solidFill>
                  <a:latin typeface="HY견고딕" pitchFamily="18" charset="-127"/>
                  <a:ea typeface="HY견고딕" pitchFamily="18" charset="-127"/>
                </a:rPr>
                <a:t>0.7</a:t>
              </a:r>
              <a:endParaRPr lang="en-US" altLang="ko-KR" sz="1600" dirty="0">
                <a:latin typeface="HY견고딕" pitchFamily="18" charset="-127"/>
                <a:ea typeface="HY견고딕" pitchFamily="18" charset="-127"/>
              </a:endParaRPr>
            </a:p>
          </p:txBody>
        </p:sp>
        <p:sp>
          <p:nvSpPr>
            <p:cNvPr id="61" name="Rectangle 11"/>
            <p:cNvSpPr>
              <a:spLocks noChangeArrowheads="1"/>
            </p:cNvSpPr>
            <p:nvPr/>
          </p:nvSpPr>
          <p:spPr bwMode="auto">
            <a:xfrm>
              <a:off x="6444209" y="4658133"/>
              <a:ext cx="252028" cy="301864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/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altLang="ko-KR" sz="1600" dirty="0" smtClean="0">
                  <a:solidFill>
                    <a:srgbClr val="3366CC"/>
                  </a:solidFill>
                  <a:latin typeface="HY견고딕" pitchFamily="18" charset="-127"/>
                  <a:ea typeface="HY견고딕" pitchFamily="18" charset="-127"/>
                </a:rPr>
                <a:t>0.6</a:t>
              </a:r>
              <a:endParaRPr lang="en-US" altLang="ko-KR" sz="1600" dirty="0">
                <a:latin typeface="HY견고딕" pitchFamily="18" charset="-127"/>
                <a:ea typeface="HY견고딕" pitchFamily="18" charset="-127"/>
              </a:endParaRPr>
            </a:p>
          </p:txBody>
        </p:sp>
        <p:sp>
          <p:nvSpPr>
            <p:cNvPr id="62" name="Rectangle 12"/>
            <p:cNvSpPr>
              <a:spLocks noChangeArrowheads="1"/>
            </p:cNvSpPr>
            <p:nvPr/>
          </p:nvSpPr>
          <p:spPr bwMode="auto">
            <a:xfrm>
              <a:off x="6444208" y="5011648"/>
              <a:ext cx="504056" cy="301864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/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altLang="ko-KR" sz="1600" dirty="0" smtClean="0">
                  <a:solidFill>
                    <a:srgbClr val="3366CC"/>
                  </a:solidFill>
                  <a:latin typeface="HY견고딕" pitchFamily="18" charset="-127"/>
                  <a:ea typeface="HY견고딕" pitchFamily="18" charset="-127"/>
                </a:rPr>
                <a:t>1.9</a:t>
              </a:r>
              <a:endParaRPr lang="en-US" altLang="ko-KR" sz="1600" dirty="0">
                <a:latin typeface="HY견고딕" pitchFamily="18" charset="-127"/>
                <a:ea typeface="HY견고딕" pitchFamily="18" charset="-127"/>
              </a:endParaRPr>
            </a:p>
          </p:txBody>
        </p:sp>
        <p:grpSp>
          <p:nvGrpSpPr>
            <p:cNvPr id="69" name="그룹 68"/>
            <p:cNvGrpSpPr/>
            <p:nvPr/>
          </p:nvGrpSpPr>
          <p:grpSpPr>
            <a:xfrm>
              <a:off x="6490455" y="1560736"/>
              <a:ext cx="1969977" cy="508000"/>
              <a:chOff x="2518130" y="1984896"/>
              <a:chExt cx="1969977" cy="508000"/>
            </a:xfrm>
          </p:grpSpPr>
          <p:sp>
            <p:nvSpPr>
              <p:cNvPr id="70" name="AutoShape 8"/>
              <p:cNvSpPr>
                <a:spLocks noChangeArrowheads="1"/>
              </p:cNvSpPr>
              <p:nvPr/>
            </p:nvSpPr>
            <p:spPr bwMode="gray">
              <a:xfrm>
                <a:off x="2875629" y="1984896"/>
                <a:ext cx="1612478" cy="50800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B7E7FF">
                      <a:gamma/>
                      <a:tint val="0"/>
                      <a:invGamma/>
                    </a:srgbClr>
                  </a:gs>
                  <a:gs pos="100000">
                    <a:srgbClr val="B7E7FF"/>
                  </a:gs>
                </a:gsLst>
                <a:lin ang="0" scaled="1"/>
              </a:gradFill>
              <a:ln w="28575" algn="ctr">
                <a:solidFill>
                  <a:srgbClr val="B2B2B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76200" dir="10800000" kx="-3284103" algn="b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latinLnBrk="0" hangingPunct="0"/>
                <a:r>
                  <a:rPr kumimoji="0" lang="ko-KR" altLang="en-US" b="1" dirty="0" smtClean="0">
                    <a:latin typeface="Arial" charset="0"/>
                  </a:rPr>
                  <a:t>증가율</a:t>
                </a:r>
                <a:r>
                  <a:rPr kumimoji="0" lang="en-US" altLang="ko-KR" b="1" dirty="0" smtClean="0">
                    <a:latin typeface="Arial" charset="0"/>
                  </a:rPr>
                  <a:t>(%)</a:t>
                </a:r>
                <a:endParaRPr kumimoji="0" lang="en-US" altLang="ko-KR" b="1" dirty="0">
                  <a:latin typeface="Arial" charset="0"/>
                </a:endParaRPr>
              </a:p>
            </p:txBody>
          </p:sp>
          <p:grpSp>
            <p:nvGrpSpPr>
              <p:cNvPr id="71" name="Group 9"/>
              <p:cNvGrpSpPr>
                <a:grpSpLocks/>
              </p:cNvGrpSpPr>
              <p:nvPr/>
            </p:nvGrpSpPr>
            <p:grpSpPr bwMode="auto">
              <a:xfrm>
                <a:off x="2518130" y="2088631"/>
                <a:ext cx="381000" cy="381000"/>
                <a:chOff x="2078" y="1680"/>
                <a:chExt cx="1615" cy="1615"/>
              </a:xfrm>
            </p:grpSpPr>
            <p:sp>
              <p:nvSpPr>
                <p:cNvPr id="72" name="Oval 10"/>
                <p:cNvSpPr>
                  <a:spLocks noChangeArrowheads="1"/>
                </p:cNvSpPr>
                <p:nvPr/>
              </p:nvSpPr>
              <p:spPr bwMode="gray">
                <a:xfrm>
                  <a:off x="2078" y="1680"/>
                  <a:ext cx="1615" cy="1615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FF">
                        <a:gamma/>
                        <a:shade val="46275"/>
                        <a:invGamma/>
                      </a:srgbClr>
                    </a:gs>
                    <a:gs pos="50000">
                      <a:srgbClr val="FFFFFF"/>
                    </a:gs>
                    <a:gs pos="100000">
                      <a:srgbClr val="FFFFFF">
                        <a:gamma/>
                        <a:shade val="46275"/>
                        <a:invGamma/>
                      </a:srgbClr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57150" algn="ctr">
                      <a:solidFill>
                        <a:schemeClr val="bg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76200" dir="10800000" kx="-3284103" algn="br" rotWithShape="0">
                          <a:schemeClr val="bg2">
                            <a:alpha val="50000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73" name="Oval 11"/>
                <p:cNvSpPr>
                  <a:spLocks noChangeArrowheads="1"/>
                </p:cNvSpPr>
                <p:nvPr/>
              </p:nvSpPr>
              <p:spPr bwMode="gray">
                <a:xfrm>
                  <a:off x="2170" y="1771"/>
                  <a:ext cx="1430" cy="143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FF">
                        <a:gamma/>
                        <a:shade val="63529"/>
                        <a:invGamma/>
                      </a:srgbClr>
                    </a:gs>
                    <a:gs pos="50000">
                      <a:srgbClr val="FFFFFF"/>
                    </a:gs>
                    <a:gs pos="100000">
                      <a:srgbClr val="FFFFFF">
                        <a:gamma/>
                        <a:shade val="63529"/>
                        <a:invGamma/>
                      </a:srgbClr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algn="ctr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76200" dir="10800000" kx="-3284103" algn="br" rotWithShape="0">
                          <a:schemeClr val="bg2">
                            <a:alpha val="50000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74" name="Oval 12"/>
                <p:cNvSpPr>
                  <a:spLocks noChangeArrowheads="1"/>
                </p:cNvSpPr>
                <p:nvPr/>
              </p:nvSpPr>
              <p:spPr bwMode="gray">
                <a:xfrm>
                  <a:off x="2254" y="1856"/>
                  <a:ext cx="1262" cy="1264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>
                        <a:gamma/>
                        <a:tint val="0"/>
                        <a:invGamma/>
                      </a:schemeClr>
                    </a:gs>
                    <a:gs pos="50000">
                      <a:schemeClr val="hlink"/>
                    </a:gs>
                    <a:gs pos="100000">
                      <a:schemeClr val="hlink">
                        <a:gamma/>
                        <a:tint val="0"/>
                        <a:invGamma/>
                      </a:schemeClr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8100" algn="ctr">
                      <a:solidFill>
                        <a:schemeClr val="bg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9250" dir="3267739" algn="ctr" rotWithShape="0">
                          <a:srgbClr val="808080">
                            <a:alpha val="5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75" name="Oval 13"/>
                <p:cNvSpPr>
                  <a:spLocks noChangeArrowheads="1"/>
                </p:cNvSpPr>
                <p:nvPr/>
              </p:nvSpPr>
              <p:spPr bwMode="gray">
                <a:xfrm>
                  <a:off x="2254" y="1856"/>
                  <a:ext cx="1262" cy="1264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CC00">
                        <a:gamma/>
                        <a:shade val="0"/>
                        <a:invGamma/>
                      </a:srgbClr>
                    </a:gs>
                    <a:gs pos="100000">
                      <a:srgbClr val="FFCC00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8100" algn="ctr">
                      <a:solidFill>
                        <a:schemeClr val="bg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9250" dir="3267739" algn="ctr" rotWithShape="0">
                          <a:srgbClr val="808080">
                            <a:alpha val="5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76" name="Oval 14"/>
                <p:cNvSpPr>
                  <a:spLocks noChangeArrowheads="1"/>
                </p:cNvSpPr>
                <p:nvPr/>
              </p:nvSpPr>
              <p:spPr bwMode="gray">
                <a:xfrm>
                  <a:off x="2337" y="1939"/>
                  <a:ext cx="1096" cy="1098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>
                        <a:gamma/>
                        <a:shade val="54118"/>
                        <a:invGamma/>
                      </a:schemeClr>
                    </a:gs>
                    <a:gs pos="50000">
                      <a:schemeClr val="hlink"/>
                    </a:gs>
                    <a:gs pos="100000">
                      <a:schemeClr val="hlink">
                        <a:gamma/>
                        <a:shade val="54118"/>
                        <a:invGamma/>
                      </a:schemeClr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8100" algn="ctr">
                      <a:solidFill>
                        <a:schemeClr val="bg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9250" dir="3267739" algn="ctr" rotWithShape="0">
                          <a:srgbClr val="808080">
                            <a:alpha val="5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77" name="Oval 15"/>
                <p:cNvSpPr>
                  <a:spLocks noChangeArrowheads="1"/>
                </p:cNvSpPr>
                <p:nvPr/>
              </p:nvSpPr>
              <p:spPr bwMode="gray">
                <a:xfrm>
                  <a:off x="2337" y="1939"/>
                  <a:ext cx="1096" cy="1098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CC00"/>
                    </a:gs>
                    <a:gs pos="100000">
                      <a:srgbClr val="FFCC00">
                        <a:gamma/>
                        <a:shade val="48627"/>
                        <a:invGamma/>
                      </a:srgbClr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8100" algn="ctr">
                      <a:solidFill>
                        <a:schemeClr val="bg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9250" dir="3267739" algn="ctr" rotWithShape="0">
                          <a:srgbClr val="808080">
                            <a:alpha val="5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ko-KR" altLang="en-US"/>
                </a:p>
              </p:txBody>
            </p:sp>
          </p:grpSp>
        </p:grpSp>
        <p:grpSp>
          <p:nvGrpSpPr>
            <p:cNvPr id="78" name="그룹 77"/>
            <p:cNvGrpSpPr/>
            <p:nvPr/>
          </p:nvGrpSpPr>
          <p:grpSpPr>
            <a:xfrm>
              <a:off x="707350" y="1560736"/>
              <a:ext cx="2060896" cy="508000"/>
              <a:chOff x="120423" y="1984896"/>
              <a:chExt cx="2060896" cy="508000"/>
            </a:xfrm>
          </p:grpSpPr>
          <p:sp>
            <p:nvSpPr>
              <p:cNvPr id="79" name="AutoShape 6"/>
              <p:cNvSpPr>
                <a:spLocks noChangeArrowheads="1"/>
              </p:cNvSpPr>
              <p:nvPr/>
            </p:nvSpPr>
            <p:spPr bwMode="gray">
              <a:xfrm>
                <a:off x="501424" y="1984896"/>
                <a:ext cx="1679895" cy="50800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B7E7FF">
                      <a:gamma/>
                      <a:tint val="0"/>
                      <a:invGamma/>
                    </a:srgbClr>
                  </a:gs>
                  <a:gs pos="100000">
                    <a:srgbClr val="B7E7FF"/>
                  </a:gs>
                </a:gsLst>
                <a:lin ang="0" scaled="1"/>
              </a:gradFill>
              <a:ln w="28575" algn="ctr">
                <a:solidFill>
                  <a:srgbClr val="B2B2B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76200" dir="10800000" kx="-3284103" algn="b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latinLnBrk="0" hangingPunct="0"/>
                <a:r>
                  <a:rPr kumimoji="0" lang="ko-KR" altLang="en-US" b="1" dirty="0" smtClean="0">
                    <a:latin typeface="Arial" charset="0"/>
                  </a:rPr>
                  <a:t>규모</a:t>
                </a:r>
                <a:r>
                  <a:rPr kumimoji="0" lang="en-US" altLang="ko-KR" b="1" dirty="0" smtClean="0">
                    <a:latin typeface="Arial" charset="0"/>
                  </a:rPr>
                  <a:t>(</a:t>
                </a:r>
                <a:r>
                  <a:rPr kumimoji="0" lang="ko-KR" altLang="en-US" b="1" dirty="0" smtClean="0">
                    <a:latin typeface="Arial" charset="0"/>
                  </a:rPr>
                  <a:t>조원</a:t>
                </a:r>
                <a:r>
                  <a:rPr kumimoji="0" lang="en-US" altLang="ko-KR" b="1" dirty="0" smtClean="0">
                    <a:latin typeface="Arial" charset="0"/>
                  </a:rPr>
                  <a:t>)</a:t>
                </a:r>
                <a:endParaRPr kumimoji="0" lang="en-US" altLang="ko-KR" b="1" dirty="0">
                  <a:latin typeface="Arial" charset="0"/>
                </a:endParaRPr>
              </a:p>
            </p:txBody>
          </p:sp>
          <p:grpSp>
            <p:nvGrpSpPr>
              <p:cNvPr id="80" name="Group 23"/>
              <p:cNvGrpSpPr>
                <a:grpSpLocks/>
              </p:cNvGrpSpPr>
              <p:nvPr/>
            </p:nvGrpSpPr>
            <p:grpSpPr bwMode="auto">
              <a:xfrm>
                <a:off x="120423" y="2039888"/>
                <a:ext cx="381000" cy="381000"/>
                <a:chOff x="2078" y="1680"/>
                <a:chExt cx="1615" cy="1615"/>
              </a:xfrm>
            </p:grpSpPr>
            <p:sp>
              <p:nvSpPr>
                <p:cNvPr id="81" name="Oval 24"/>
                <p:cNvSpPr>
                  <a:spLocks noChangeArrowheads="1"/>
                </p:cNvSpPr>
                <p:nvPr/>
              </p:nvSpPr>
              <p:spPr bwMode="gray">
                <a:xfrm>
                  <a:off x="2078" y="1680"/>
                  <a:ext cx="1615" cy="1615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FF">
                        <a:gamma/>
                        <a:shade val="46275"/>
                        <a:invGamma/>
                      </a:srgbClr>
                    </a:gs>
                    <a:gs pos="50000">
                      <a:srgbClr val="FFFFFF"/>
                    </a:gs>
                    <a:gs pos="100000">
                      <a:srgbClr val="FFFFFF">
                        <a:gamma/>
                        <a:shade val="46275"/>
                        <a:invGamma/>
                      </a:srgbClr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57150" algn="ctr">
                      <a:solidFill>
                        <a:schemeClr val="bg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76200" dir="10800000" kx="-3284103" algn="br" rotWithShape="0">
                          <a:schemeClr val="bg2">
                            <a:alpha val="50000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82" name="Oval 25"/>
                <p:cNvSpPr>
                  <a:spLocks noChangeArrowheads="1"/>
                </p:cNvSpPr>
                <p:nvPr/>
              </p:nvSpPr>
              <p:spPr bwMode="gray">
                <a:xfrm>
                  <a:off x="2170" y="1771"/>
                  <a:ext cx="1430" cy="143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FF">
                        <a:gamma/>
                        <a:shade val="63529"/>
                        <a:invGamma/>
                      </a:srgbClr>
                    </a:gs>
                    <a:gs pos="50000">
                      <a:srgbClr val="FFFFFF"/>
                    </a:gs>
                    <a:gs pos="100000">
                      <a:srgbClr val="FFFFFF">
                        <a:gamma/>
                        <a:shade val="63529"/>
                        <a:invGamma/>
                      </a:srgbClr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algn="ctr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76200" dir="10800000" kx="-3284103" algn="br" rotWithShape="0">
                          <a:schemeClr val="bg2">
                            <a:alpha val="50000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83" name="Oval 26"/>
                <p:cNvSpPr>
                  <a:spLocks noChangeArrowheads="1"/>
                </p:cNvSpPr>
                <p:nvPr/>
              </p:nvSpPr>
              <p:spPr bwMode="gray">
                <a:xfrm>
                  <a:off x="2254" y="1856"/>
                  <a:ext cx="1262" cy="1264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>
                        <a:gamma/>
                        <a:tint val="0"/>
                        <a:invGamma/>
                      </a:schemeClr>
                    </a:gs>
                    <a:gs pos="50000">
                      <a:schemeClr val="hlink"/>
                    </a:gs>
                    <a:gs pos="100000">
                      <a:schemeClr val="hlink">
                        <a:gamma/>
                        <a:tint val="0"/>
                        <a:invGamma/>
                      </a:schemeClr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8100" algn="ctr">
                      <a:solidFill>
                        <a:schemeClr val="bg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9250" dir="3267739" algn="ctr" rotWithShape="0">
                          <a:srgbClr val="808080">
                            <a:alpha val="5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84" name="Oval 27"/>
                <p:cNvSpPr>
                  <a:spLocks noChangeArrowheads="1"/>
                </p:cNvSpPr>
                <p:nvPr/>
              </p:nvSpPr>
              <p:spPr bwMode="gray">
                <a:xfrm>
                  <a:off x="2254" y="1856"/>
                  <a:ext cx="1262" cy="1264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21B3E1"/>
                    </a:gs>
                    <a:gs pos="100000">
                      <a:srgbClr val="21B3E1">
                        <a:gamma/>
                        <a:shade val="46275"/>
                        <a:invGamma/>
                      </a:srgbClr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8100" algn="ctr">
                      <a:solidFill>
                        <a:schemeClr val="bg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9250" dir="3267739" algn="ctr" rotWithShape="0">
                          <a:srgbClr val="808080">
                            <a:alpha val="5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85" name="Oval 28"/>
                <p:cNvSpPr>
                  <a:spLocks noChangeArrowheads="1"/>
                </p:cNvSpPr>
                <p:nvPr/>
              </p:nvSpPr>
              <p:spPr bwMode="gray">
                <a:xfrm>
                  <a:off x="2337" y="1939"/>
                  <a:ext cx="1096" cy="1098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>
                        <a:gamma/>
                        <a:shade val="54118"/>
                        <a:invGamma/>
                      </a:schemeClr>
                    </a:gs>
                    <a:gs pos="50000">
                      <a:schemeClr val="hlink"/>
                    </a:gs>
                    <a:gs pos="100000">
                      <a:schemeClr val="hlink">
                        <a:gamma/>
                        <a:shade val="54118"/>
                        <a:invGamma/>
                      </a:schemeClr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8100" algn="ctr">
                      <a:solidFill>
                        <a:schemeClr val="bg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9250" dir="3267739" algn="ctr" rotWithShape="0">
                          <a:srgbClr val="808080">
                            <a:alpha val="5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86" name="Oval 29"/>
                <p:cNvSpPr>
                  <a:spLocks noChangeArrowheads="1"/>
                </p:cNvSpPr>
                <p:nvPr/>
              </p:nvSpPr>
              <p:spPr bwMode="gray">
                <a:xfrm>
                  <a:off x="2337" y="1939"/>
                  <a:ext cx="1096" cy="1098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0000"/>
                    </a:gs>
                    <a:gs pos="100000">
                      <a:srgbClr val="21B3E1">
                        <a:gamma/>
                        <a:shade val="48627"/>
                        <a:invGamma/>
                      </a:srgbClr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8100" algn="ctr">
                      <a:solidFill>
                        <a:schemeClr val="bg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9250" dir="3267739" algn="ctr" rotWithShape="0">
                          <a:srgbClr val="808080">
                            <a:alpha val="50000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ko-KR" altLang="en-US"/>
                </a:p>
              </p:txBody>
            </p:sp>
          </p:grpSp>
        </p:grpSp>
      </p:grpSp>
      <p:sp>
        <p:nvSpPr>
          <p:cNvPr id="87" name="직사각형 86"/>
          <p:cNvSpPr/>
          <p:nvPr/>
        </p:nvSpPr>
        <p:spPr>
          <a:xfrm>
            <a:off x="8715404" y="6429396"/>
            <a:ext cx="428628" cy="428628"/>
          </a:xfrm>
          <a:prstGeom prst="rect">
            <a:avLst/>
          </a:prstGeom>
          <a:gradFill>
            <a:gsLst>
              <a:gs pos="0">
                <a:schemeClr val="accent6">
                  <a:shade val="51000"/>
                  <a:satMod val="130000"/>
                  <a:alpha val="0"/>
                </a:schemeClr>
              </a:gs>
              <a:gs pos="80000">
                <a:schemeClr val="accent6">
                  <a:shade val="93000"/>
                  <a:satMod val="130000"/>
                </a:schemeClr>
              </a:gs>
              <a:gs pos="100000">
                <a:schemeClr val="accent6">
                  <a:shade val="94000"/>
                  <a:satMod val="135000"/>
                </a:schemeClr>
              </a:gs>
            </a:gsLst>
            <a:lin ang="3600000" scaled="0"/>
          </a:gra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5000"/>
              </a:lnSpc>
              <a:defRPr/>
            </a:pPr>
            <a:r>
              <a:rPr lang="en-US" altLang="ko-KR" b="1" spc="-150" dirty="0" smtClean="0">
                <a:solidFill>
                  <a:srgbClr val="000000"/>
                </a:solidFill>
              </a:rPr>
              <a:t>48</a:t>
            </a:r>
            <a:endParaRPr lang="ko-KR" altLang="en-US" b="1" spc="-15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0378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3" cstate="print">
            <a:duotone>
              <a:prstClr val="black"/>
              <a:schemeClr val="accent5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1116215" y="404664"/>
            <a:ext cx="6905625" cy="962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 bwMode="auto">
          <a:xfrm>
            <a:off x="1032555" y="620688"/>
            <a:ext cx="6929454" cy="507831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2921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2700" b="1" spc="-150" dirty="0" smtClean="0">
                <a:ln>
                  <a:solidFill>
                    <a:schemeClr val="bg1">
                      <a:lumMod val="85000"/>
                    </a:schemeClr>
                  </a:solidFill>
                  <a:prstDash val="solid"/>
                </a:ln>
                <a:gradFill rotWithShape="1">
                  <a:gsLst>
                    <a:gs pos="0">
                      <a:schemeClr val="bg1">
                        <a:lumMod val="85000"/>
                      </a:schemeClr>
                    </a:gs>
                    <a:gs pos="40000">
                      <a:schemeClr val="bg1"/>
                    </a:gs>
                    <a:gs pos="50000">
                      <a:schemeClr val="bg1">
                        <a:lumMod val="65000"/>
                      </a:schemeClr>
                    </a:gs>
                    <a:gs pos="6800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5400000"/>
                </a:gradFill>
                <a:effectLst>
                  <a:outerShdw blurRad="50800" dist="38100" dir="5040000" algn="tl">
                    <a:schemeClr val="tx1">
                      <a:alpha val="70000"/>
                    </a:scheme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정부 </a:t>
            </a:r>
            <a:r>
              <a:rPr kumimoji="0" lang="en-US" altLang="ko-KR" sz="2700" b="1" spc="-150" dirty="0">
                <a:ln>
                  <a:solidFill>
                    <a:schemeClr val="bg1">
                      <a:lumMod val="85000"/>
                    </a:schemeClr>
                  </a:solidFill>
                  <a:prstDash val="solid"/>
                </a:ln>
                <a:gradFill rotWithShape="1">
                  <a:gsLst>
                    <a:gs pos="0">
                      <a:schemeClr val="bg1">
                        <a:lumMod val="85000"/>
                      </a:schemeClr>
                    </a:gs>
                    <a:gs pos="40000">
                      <a:schemeClr val="bg1"/>
                    </a:gs>
                    <a:gs pos="50000">
                      <a:schemeClr val="bg1">
                        <a:lumMod val="65000"/>
                      </a:schemeClr>
                    </a:gs>
                    <a:gs pos="6800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5400000"/>
                </a:gradFill>
                <a:effectLst>
                  <a:outerShdw blurRad="50800" dist="38100" dir="5040000" algn="tl">
                    <a:schemeClr val="tx1">
                      <a:alpha val="70000"/>
                    </a:scheme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R&amp;D </a:t>
            </a:r>
            <a:r>
              <a:rPr kumimoji="0" lang="ko-KR" altLang="en-US" sz="2700" b="1" spc="-150" dirty="0">
                <a:ln>
                  <a:solidFill>
                    <a:schemeClr val="bg1">
                      <a:lumMod val="85000"/>
                    </a:schemeClr>
                  </a:solidFill>
                  <a:prstDash val="solid"/>
                </a:ln>
                <a:gradFill rotWithShape="1">
                  <a:gsLst>
                    <a:gs pos="0">
                      <a:schemeClr val="bg1">
                        <a:lumMod val="85000"/>
                      </a:schemeClr>
                    </a:gs>
                    <a:gs pos="40000">
                      <a:schemeClr val="bg1"/>
                    </a:gs>
                    <a:gs pos="50000">
                      <a:schemeClr val="bg1">
                        <a:lumMod val="65000"/>
                      </a:schemeClr>
                    </a:gs>
                    <a:gs pos="6800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5400000"/>
                </a:gradFill>
                <a:effectLst>
                  <a:outerShdw blurRad="50800" dist="38100" dir="5040000" algn="tl">
                    <a:schemeClr val="tx1">
                      <a:alpha val="70000"/>
                    </a:scheme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예산  현황 </a:t>
            </a:r>
            <a:r>
              <a:rPr kumimoji="0" lang="en-US" altLang="ko-KR" sz="2700" b="1" spc="-150" dirty="0" smtClean="0">
                <a:ln>
                  <a:solidFill>
                    <a:schemeClr val="bg1">
                      <a:lumMod val="85000"/>
                    </a:schemeClr>
                  </a:solidFill>
                  <a:prstDash val="solid"/>
                </a:ln>
                <a:gradFill rotWithShape="1">
                  <a:gsLst>
                    <a:gs pos="0">
                      <a:schemeClr val="bg1">
                        <a:lumMod val="85000"/>
                      </a:schemeClr>
                    </a:gs>
                    <a:gs pos="40000">
                      <a:schemeClr val="bg1"/>
                    </a:gs>
                    <a:gs pos="50000">
                      <a:schemeClr val="bg1">
                        <a:lumMod val="65000"/>
                      </a:schemeClr>
                    </a:gs>
                    <a:gs pos="6800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5400000"/>
                </a:gradFill>
                <a:effectLst>
                  <a:outerShdw blurRad="50800" dist="38100" dir="5040000" algn="tl">
                    <a:schemeClr val="tx1">
                      <a:alpha val="70000"/>
                    </a:scheme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 (386.7</a:t>
            </a:r>
            <a:r>
              <a:rPr kumimoji="0" lang="ko-KR" altLang="en-US" sz="2700" b="1" spc="-150" dirty="0" smtClean="0">
                <a:ln>
                  <a:solidFill>
                    <a:schemeClr val="bg1">
                      <a:lumMod val="85000"/>
                    </a:schemeClr>
                  </a:solidFill>
                  <a:prstDash val="solid"/>
                </a:ln>
                <a:gradFill rotWithShape="1">
                  <a:gsLst>
                    <a:gs pos="0">
                      <a:schemeClr val="bg1">
                        <a:lumMod val="85000"/>
                      </a:schemeClr>
                    </a:gs>
                    <a:gs pos="40000">
                      <a:schemeClr val="bg1"/>
                    </a:gs>
                    <a:gs pos="50000">
                      <a:schemeClr val="bg1">
                        <a:lumMod val="65000"/>
                      </a:schemeClr>
                    </a:gs>
                    <a:gs pos="6800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5400000"/>
                </a:gradFill>
                <a:effectLst>
                  <a:outerShdw blurRad="50800" dist="38100" dir="5040000" algn="tl">
                    <a:schemeClr val="tx1">
                      <a:alpha val="70000"/>
                    </a:scheme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조원</a:t>
            </a:r>
            <a:r>
              <a:rPr kumimoji="0" lang="en-US" altLang="ko-KR" sz="2700" b="1" spc="-150" dirty="0" smtClean="0">
                <a:ln>
                  <a:solidFill>
                    <a:schemeClr val="bg1">
                      <a:lumMod val="85000"/>
                    </a:schemeClr>
                  </a:solidFill>
                  <a:prstDash val="solid"/>
                </a:ln>
                <a:gradFill rotWithShape="1">
                  <a:gsLst>
                    <a:gs pos="0">
                      <a:schemeClr val="bg1">
                        <a:lumMod val="85000"/>
                      </a:schemeClr>
                    </a:gs>
                    <a:gs pos="40000">
                      <a:schemeClr val="bg1"/>
                    </a:gs>
                    <a:gs pos="50000">
                      <a:schemeClr val="bg1">
                        <a:lumMod val="65000"/>
                      </a:schemeClr>
                    </a:gs>
                    <a:gs pos="6800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5400000"/>
                </a:gradFill>
                <a:effectLst>
                  <a:outerShdw blurRad="50800" dist="38100" dir="5040000" algn="tl">
                    <a:schemeClr val="tx1">
                      <a:alpha val="70000"/>
                    </a:scheme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)-2016</a:t>
            </a:r>
            <a:r>
              <a:rPr kumimoji="0" lang="ko-KR" altLang="en-US" sz="2700" b="1" spc="-150" dirty="0" smtClean="0">
                <a:ln>
                  <a:solidFill>
                    <a:schemeClr val="bg1">
                      <a:lumMod val="85000"/>
                    </a:schemeClr>
                  </a:solidFill>
                  <a:prstDash val="solid"/>
                </a:ln>
                <a:gradFill rotWithShape="1">
                  <a:gsLst>
                    <a:gs pos="0">
                      <a:schemeClr val="bg1">
                        <a:lumMod val="85000"/>
                      </a:schemeClr>
                    </a:gs>
                    <a:gs pos="40000">
                      <a:schemeClr val="bg1"/>
                    </a:gs>
                    <a:gs pos="50000">
                      <a:schemeClr val="bg1">
                        <a:lumMod val="65000"/>
                      </a:schemeClr>
                    </a:gs>
                    <a:gs pos="6800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5400000"/>
                </a:gradFill>
                <a:effectLst>
                  <a:outerShdw blurRad="50800" dist="38100" dir="5040000" algn="tl">
                    <a:schemeClr val="tx1">
                      <a:alpha val="70000"/>
                    </a:scheme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년도</a:t>
            </a:r>
            <a:endParaRPr kumimoji="0" lang="ko-KR" altLang="en-US" sz="2700" b="1" spc="-150" dirty="0">
              <a:ln>
                <a:solidFill>
                  <a:schemeClr val="bg1">
                    <a:lumMod val="85000"/>
                  </a:schemeClr>
                </a:solidFill>
                <a:prstDash val="solid"/>
              </a:ln>
              <a:gradFill rotWithShape="1">
                <a:gsLst>
                  <a:gs pos="0">
                    <a:schemeClr val="bg1">
                      <a:lumMod val="85000"/>
                    </a:schemeClr>
                  </a:gs>
                  <a:gs pos="40000">
                    <a:schemeClr val="bg1"/>
                  </a:gs>
                  <a:gs pos="50000">
                    <a:schemeClr val="bg1">
                      <a:lumMod val="65000"/>
                    </a:schemeClr>
                  </a:gs>
                  <a:gs pos="6800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5400000"/>
              </a:gradFill>
              <a:effectLst>
                <a:outerShdw blurRad="50800" dist="38100" dir="5040000" algn="tl">
                  <a:schemeClr val="tx1">
                    <a:alpha val="70000"/>
                  </a:schemeClr>
                </a:outerShdw>
              </a:effectLst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20" name="AutoShape 6"/>
          <p:cNvSpPr>
            <a:spLocks noChangeArrowheads="1"/>
          </p:cNvSpPr>
          <p:nvPr/>
        </p:nvSpPr>
        <p:spPr bwMode="gray">
          <a:xfrm>
            <a:off x="3808071" y="1628800"/>
            <a:ext cx="1916057" cy="5080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B7E7FF">
                  <a:gamma/>
                  <a:tint val="0"/>
                  <a:invGamma/>
                </a:srgbClr>
              </a:gs>
              <a:gs pos="100000">
                <a:srgbClr val="B7E7FF"/>
              </a:gs>
            </a:gsLst>
            <a:lin ang="0" scaled="1"/>
          </a:gradFill>
          <a:ln w="28575" algn="ctr">
            <a:solidFill>
              <a:srgbClr val="B2B2B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76200" dir="10800000" kx="-3284103" algn="b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latinLnBrk="0" hangingPunct="0"/>
            <a:r>
              <a:rPr kumimoji="0" lang="ko-KR" altLang="en-US" b="1" dirty="0" smtClean="0">
                <a:latin typeface="Arial" charset="0"/>
              </a:rPr>
              <a:t>분   야</a:t>
            </a:r>
            <a:endParaRPr kumimoji="0" lang="en-US" altLang="ko-KR" b="1" dirty="0">
              <a:latin typeface="Arial" charset="0"/>
            </a:endParaRPr>
          </a:p>
        </p:txBody>
      </p:sp>
      <p:grpSp>
        <p:nvGrpSpPr>
          <p:cNvPr id="21" name="Group 23"/>
          <p:cNvGrpSpPr>
            <a:grpSpLocks/>
          </p:cNvGrpSpPr>
          <p:nvPr/>
        </p:nvGrpSpPr>
        <p:grpSpPr bwMode="auto">
          <a:xfrm>
            <a:off x="3470920" y="1755800"/>
            <a:ext cx="381000" cy="381000"/>
            <a:chOff x="2078" y="1680"/>
            <a:chExt cx="1615" cy="1615"/>
          </a:xfrm>
        </p:grpSpPr>
        <p:sp>
          <p:nvSpPr>
            <p:cNvPr id="22" name="Oval 24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FFFFFF">
                    <a:gamma/>
                    <a:shade val="46275"/>
                    <a:invGamma/>
                  </a:srgbClr>
                </a:gs>
                <a:gs pos="50000">
                  <a:srgbClr val="FFFFFF"/>
                </a:gs>
                <a:gs pos="100000">
                  <a:srgbClr val="FFFFFF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715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3" name="Oval 25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FFFFFF">
                    <a:gamma/>
                    <a:shade val="63529"/>
                    <a:invGamma/>
                  </a:srgbClr>
                </a:gs>
                <a:gs pos="50000">
                  <a:srgbClr val="FFFFFF"/>
                </a:gs>
                <a:gs pos="100000">
                  <a:srgbClr val="FFFFFF">
                    <a:gamma/>
                    <a:shade val="63529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4" name="Oval 26"/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ko-KR" altLang="en-US"/>
            </a:p>
          </p:txBody>
        </p:sp>
        <p:sp>
          <p:nvSpPr>
            <p:cNvPr id="25" name="Oval 27"/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21B3E1"/>
                </a:gs>
                <a:gs pos="100000">
                  <a:srgbClr val="21B3E1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ko-KR" altLang="en-US"/>
            </a:p>
          </p:txBody>
        </p:sp>
        <p:sp>
          <p:nvSpPr>
            <p:cNvPr id="26" name="Oval 28"/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ko-KR" altLang="en-US"/>
            </a:p>
          </p:txBody>
        </p:sp>
        <p:sp>
          <p:nvSpPr>
            <p:cNvPr id="27" name="Oval 29"/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21B3E1"/>
                </a:gs>
                <a:gs pos="100000">
                  <a:srgbClr val="21B3E1">
                    <a:gamma/>
                    <a:shade val="48627"/>
                    <a:invGamma/>
                  </a:srgb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ko-KR" altLang="en-US"/>
            </a:p>
          </p:txBody>
        </p:sp>
      </p:grpSp>
      <p:grpSp>
        <p:nvGrpSpPr>
          <p:cNvPr id="2" name="그룹 1"/>
          <p:cNvGrpSpPr/>
          <p:nvPr/>
        </p:nvGrpSpPr>
        <p:grpSpPr>
          <a:xfrm>
            <a:off x="3446815" y="2276873"/>
            <a:ext cx="2853377" cy="2069441"/>
            <a:chOff x="3086775" y="1700808"/>
            <a:chExt cx="2853377" cy="2529163"/>
          </a:xfrm>
        </p:grpSpPr>
        <p:sp>
          <p:nvSpPr>
            <p:cNvPr id="13" name="Rectangle 10"/>
            <p:cNvSpPr>
              <a:spLocks noChangeArrowheads="1"/>
            </p:cNvSpPr>
            <p:nvPr/>
          </p:nvSpPr>
          <p:spPr bwMode="auto">
            <a:xfrm>
              <a:off x="3097207" y="2996952"/>
              <a:ext cx="2842945" cy="368923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/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ko-KR" altLang="en-US" sz="1600" dirty="0" smtClean="0">
                  <a:solidFill>
                    <a:srgbClr val="3366CC"/>
                  </a:solidFill>
                  <a:latin typeface="HY견고딕" pitchFamily="18" charset="-127"/>
                  <a:ea typeface="HY견고딕" pitchFamily="18" charset="-127"/>
                </a:rPr>
                <a:t>환경</a:t>
              </a:r>
              <a:endParaRPr lang="en-US" altLang="ko-KR" sz="1600" dirty="0">
                <a:latin typeface="HY견고딕" pitchFamily="18" charset="-127"/>
                <a:ea typeface="HY견고딕" pitchFamily="18" charset="-127"/>
              </a:endParaRPr>
            </a:p>
          </p:txBody>
        </p:sp>
        <p:sp>
          <p:nvSpPr>
            <p:cNvPr id="14" name="Rectangle 11"/>
            <p:cNvSpPr>
              <a:spLocks noChangeArrowheads="1"/>
            </p:cNvSpPr>
            <p:nvPr/>
          </p:nvSpPr>
          <p:spPr bwMode="auto">
            <a:xfrm>
              <a:off x="3086775" y="3429000"/>
              <a:ext cx="2842945" cy="368923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/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altLang="ko-KR" sz="3600" dirty="0" smtClean="0">
                  <a:solidFill>
                    <a:srgbClr val="FF0000"/>
                  </a:solidFill>
                  <a:latin typeface="HY견고딕" pitchFamily="18" charset="-127"/>
                  <a:ea typeface="HY견고딕" pitchFamily="18" charset="-127"/>
                </a:rPr>
                <a:t>R&amp;D</a:t>
              </a:r>
              <a:endParaRPr lang="en-US" altLang="ko-KR" sz="3600" dirty="0">
                <a:solidFill>
                  <a:srgbClr val="FF0000"/>
                </a:solidFill>
                <a:latin typeface="HY견고딕" pitchFamily="18" charset="-127"/>
                <a:ea typeface="HY견고딕" pitchFamily="18" charset="-127"/>
              </a:endParaRPr>
            </a:p>
          </p:txBody>
        </p:sp>
        <p:sp>
          <p:nvSpPr>
            <p:cNvPr id="15" name="Rectangle 12"/>
            <p:cNvSpPr>
              <a:spLocks noChangeArrowheads="1"/>
            </p:cNvSpPr>
            <p:nvPr/>
          </p:nvSpPr>
          <p:spPr bwMode="auto">
            <a:xfrm>
              <a:off x="3086775" y="3861048"/>
              <a:ext cx="2842945" cy="368923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/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ko-KR" altLang="en-US" sz="1600" dirty="0" smtClean="0">
                  <a:solidFill>
                    <a:srgbClr val="3366CC"/>
                  </a:solidFill>
                  <a:latin typeface="HY견고딕" pitchFamily="18" charset="-127"/>
                  <a:ea typeface="HY견고딕" pitchFamily="18" charset="-127"/>
                </a:rPr>
                <a:t>산업</a:t>
              </a:r>
              <a:r>
                <a:rPr kumimoji="0" lang="en-US" altLang="ko-KR" sz="1600" dirty="0" smtClean="0">
                  <a:solidFill>
                    <a:srgbClr val="3366CC"/>
                  </a:solidFill>
                  <a:latin typeface="HY견고딕" pitchFamily="18" charset="-127"/>
                  <a:ea typeface="HY견고딕" pitchFamily="18" charset="-127"/>
                </a:rPr>
                <a:t>, </a:t>
              </a:r>
              <a:r>
                <a:rPr kumimoji="0" lang="ko-KR" altLang="en-US" sz="1600" dirty="0" smtClean="0">
                  <a:solidFill>
                    <a:srgbClr val="3366CC"/>
                  </a:solidFill>
                  <a:latin typeface="HY견고딕" pitchFamily="18" charset="-127"/>
                  <a:ea typeface="HY견고딕" pitchFamily="18" charset="-127"/>
                </a:rPr>
                <a:t>중소기업</a:t>
              </a:r>
              <a:r>
                <a:rPr kumimoji="0" lang="en-US" altLang="ko-KR" sz="1600" dirty="0" smtClean="0">
                  <a:solidFill>
                    <a:srgbClr val="3366CC"/>
                  </a:solidFill>
                  <a:latin typeface="HY견고딕" pitchFamily="18" charset="-127"/>
                  <a:ea typeface="HY견고딕" pitchFamily="18" charset="-127"/>
                </a:rPr>
                <a:t>, </a:t>
              </a:r>
              <a:r>
                <a:rPr kumimoji="0" lang="ko-KR" altLang="en-US" sz="1600" dirty="0" smtClean="0">
                  <a:solidFill>
                    <a:srgbClr val="3366CC"/>
                  </a:solidFill>
                  <a:latin typeface="HY견고딕" pitchFamily="18" charset="-127"/>
                  <a:ea typeface="HY견고딕" pitchFamily="18" charset="-127"/>
                </a:rPr>
                <a:t>에너지</a:t>
              </a:r>
              <a:endParaRPr lang="en-US" altLang="ko-KR" sz="1600" dirty="0">
                <a:latin typeface="HY견고딕" pitchFamily="18" charset="-127"/>
                <a:ea typeface="HY견고딕" pitchFamily="18" charset="-127"/>
              </a:endParaRPr>
            </a:p>
          </p:txBody>
        </p:sp>
        <p:sp>
          <p:nvSpPr>
            <p:cNvPr id="29" name="Rectangle 10"/>
            <p:cNvSpPr>
              <a:spLocks noChangeArrowheads="1"/>
            </p:cNvSpPr>
            <p:nvPr/>
          </p:nvSpPr>
          <p:spPr bwMode="auto">
            <a:xfrm>
              <a:off x="3097207" y="1700808"/>
              <a:ext cx="2842945" cy="368923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/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ko-KR" altLang="en-US" sz="1600" dirty="0" smtClean="0">
                  <a:solidFill>
                    <a:srgbClr val="3366CC"/>
                  </a:solidFill>
                  <a:latin typeface="HY견고딕" pitchFamily="18" charset="-127"/>
                  <a:ea typeface="HY견고딕" pitchFamily="18" charset="-127"/>
                </a:rPr>
                <a:t>보건</a:t>
              </a:r>
              <a:r>
                <a:rPr kumimoji="0" lang="en-US" altLang="ko-KR" sz="1600" dirty="0" smtClean="0">
                  <a:solidFill>
                    <a:srgbClr val="3366CC"/>
                  </a:solidFill>
                  <a:latin typeface="HY견고딕" pitchFamily="18" charset="-127"/>
                  <a:ea typeface="HY견고딕" pitchFamily="18" charset="-127"/>
                </a:rPr>
                <a:t>, </a:t>
              </a:r>
              <a:r>
                <a:rPr kumimoji="0" lang="ko-KR" altLang="en-US" sz="1600" dirty="0" smtClean="0">
                  <a:solidFill>
                    <a:srgbClr val="3366CC"/>
                  </a:solidFill>
                  <a:latin typeface="HY견고딕" pitchFamily="18" charset="-127"/>
                  <a:ea typeface="HY견고딕" pitchFamily="18" charset="-127"/>
                </a:rPr>
                <a:t>복지</a:t>
              </a:r>
              <a:r>
                <a:rPr kumimoji="0" lang="en-US" altLang="ko-KR" sz="1600" dirty="0" smtClean="0">
                  <a:solidFill>
                    <a:srgbClr val="3366CC"/>
                  </a:solidFill>
                  <a:latin typeface="HY견고딕" pitchFamily="18" charset="-127"/>
                  <a:ea typeface="HY견고딕" pitchFamily="18" charset="-127"/>
                </a:rPr>
                <a:t>, </a:t>
              </a:r>
              <a:r>
                <a:rPr kumimoji="0" lang="ko-KR" altLang="en-US" sz="1600" dirty="0" smtClean="0">
                  <a:solidFill>
                    <a:srgbClr val="3366CC"/>
                  </a:solidFill>
                  <a:latin typeface="HY견고딕" pitchFamily="18" charset="-127"/>
                  <a:ea typeface="HY견고딕" pitchFamily="18" charset="-127"/>
                </a:rPr>
                <a:t>고용</a:t>
              </a:r>
              <a:endParaRPr lang="en-US" altLang="ko-KR" sz="1600" dirty="0">
                <a:latin typeface="HY견고딕" pitchFamily="18" charset="-127"/>
                <a:ea typeface="HY견고딕" pitchFamily="18" charset="-127"/>
              </a:endParaRPr>
            </a:p>
          </p:txBody>
        </p:sp>
        <p:sp>
          <p:nvSpPr>
            <p:cNvPr id="30" name="Rectangle 11"/>
            <p:cNvSpPr>
              <a:spLocks noChangeArrowheads="1"/>
            </p:cNvSpPr>
            <p:nvPr/>
          </p:nvSpPr>
          <p:spPr bwMode="auto">
            <a:xfrm>
              <a:off x="3086775" y="2123973"/>
              <a:ext cx="2842945" cy="368923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/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ko-KR" altLang="en-US" sz="1600" dirty="0" smtClean="0">
                  <a:solidFill>
                    <a:srgbClr val="3366CC"/>
                  </a:solidFill>
                  <a:latin typeface="HY견고딕" pitchFamily="18" charset="-127"/>
                  <a:ea typeface="HY견고딕" pitchFamily="18" charset="-127"/>
                </a:rPr>
                <a:t>교육</a:t>
              </a:r>
              <a:endParaRPr lang="en-US" altLang="ko-KR" sz="1600" dirty="0">
                <a:latin typeface="HY견고딕" pitchFamily="18" charset="-127"/>
                <a:ea typeface="HY견고딕" pitchFamily="18" charset="-127"/>
              </a:endParaRPr>
            </a:p>
          </p:txBody>
        </p:sp>
        <p:sp>
          <p:nvSpPr>
            <p:cNvPr id="31" name="Rectangle 12"/>
            <p:cNvSpPr>
              <a:spLocks noChangeArrowheads="1"/>
            </p:cNvSpPr>
            <p:nvPr/>
          </p:nvSpPr>
          <p:spPr bwMode="auto">
            <a:xfrm>
              <a:off x="3086775" y="2556021"/>
              <a:ext cx="2842945" cy="368923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/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ko-KR" altLang="en-US" sz="1600" dirty="0" smtClean="0">
                  <a:solidFill>
                    <a:srgbClr val="3366CC"/>
                  </a:solidFill>
                  <a:latin typeface="HY견고딕" pitchFamily="18" charset="-127"/>
                  <a:ea typeface="HY견고딕" pitchFamily="18" charset="-127"/>
                </a:rPr>
                <a:t>문화</a:t>
              </a:r>
              <a:r>
                <a:rPr kumimoji="0" lang="en-US" altLang="ko-KR" sz="1600" dirty="0" smtClean="0">
                  <a:solidFill>
                    <a:srgbClr val="3366CC"/>
                  </a:solidFill>
                  <a:latin typeface="HY견고딕" pitchFamily="18" charset="-127"/>
                  <a:ea typeface="HY견고딕" pitchFamily="18" charset="-127"/>
                </a:rPr>
                <a:t>, </a:t>
              </a:r>
              <a:r>
                <a:rPr kumimoji="0" lang="ko-KR" altLang="en-US" sz="1600" dirty="0" smtClean="0">
                  <a:solidFill>
                    <a:srgbClr val="3366CC"/>
                  </a:solidFill>
                  <a:latin typeface="HY견고딕" pitchFamily="18" charset="-127"/>
                  <a:ea typeface="HY견고딕" pitchFamily="18" charset="-127"/>
                </a:rPr>
                <a:t>체육</a:t>
              </a:r>
              <a:r>
                <a:rPr kumimoji="0" lang="en-US" altLang="ko-KR" sz="1600" dirty="0" smtClean="0">
                  <a:solidFill>
                    <a:srgbClr val="3366CC"/>
                  </a:solidFill>
                  <a:latin typeface="HY견고딕" pitchFamily="18" charset="-127"/>
                  <a:ea typeface="HY견고딕" pitchFamily="18" charset="-127"/>
                </a:rPr>
                <a:t>, </a:t>
              </a:r>
              <a:r>
                <a:rPr kumimoji="0" lang="ko-KR" altLang="en-US" sz="1600" dirty="0" smtClean="0">
                  <a:solidFill>
                    <a:srgbClr val="3366CC"/>
                  </a:solidFill>
                  <a:latin typeface="HY견고딕" pitchFamily="18" charset="-127"/>
                  <a:ea typeface="HY견고딕" pitchFamily="18" charset="-127"/>
                </a:rPr>
                <a:t>관광</a:t>
              </a:r>
              <a:endParaRPr lang="en-US" altLang="ko-KR" sz="1600" dirty="0">
                <a:latin typeface="HY견고딕" pitchFamily="18" charset="-127"/>
                <a:ea typeface="HY견고딕" pitchFamily="18" charset="-127"/>
              </a:endParaRPr>
            </a:p>
          </p:txBody>
        </p:sp>
      </p:grpSp>
      <p:grpSp>
        <p:nvGrpSpPr>
          <p:cNvPr id="32" name="그룹 31"/>
          <p:cNvGrpSpPr/>
          <p:nvPr/>
        </p:nvGrpSpPr>
        <p:grpSpPr>
          <a:xfrm>
            <a:off x="3446815" y="4383895"/>
            <a:ext cx="2853377" cy="2069441"/>
            <a:chOff x="3086775" y="1700808"/>
            <a:chExt cx="2853377" cy="2529163"/>
          </a:xfrm>
        </p:grpSpPr>
        <p:sp>
          <p:nvSpPr>
            <p:cNvPr id="33" name="Rectangle 10"/>
            <p:cNvSpPr>
              <a:spLocks noChangeArrowheads="1"/>
            </p:cNvSpPr>
            <p:nvPr/>
          </p:nvSpPr>
          <p:spPr bwMode="auto">
            <a:xfrm>
              <a:off x="3097207" y="2996952"/>
              <a:ext cx="2842945" cy="368923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/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ko-KR" altLang="en-US" sz="1600" dirty="0" smtClean="0">
                  <a:solidFill>
                    <a:srgbClr val="3366CC"/>
                  </a:solidFill>
                  <a:latin typeface="HY견고딕" pitchFamily="18" charset="-127"/>
                  <a:ea typeface="HY견고딕" pitchFamily="18" charset="-127"/>
                </a:rPr>
                <a:t>외교</a:t>
              </a:r>
              <a:r>
                <a:rPr kumimoji="0" lang="en-US" altLang="ko-KR" sz="1600" dirty="0" smtClean="0">
                  <a:solidFill>
                    <a:srgbClr val="3366CC"/>
                  </a:solidFill>
                  <a:latin typeface="HY견고딕" pitchFamily="18" charset="-127"/>
                  <a:ea typeface="HY견고딕" pitchFamily="18" charset="-127"/>
                </a:rPr>
                <a:t>, </a:t>
              </a:r>
              <a:r>
                <a:rPr kumimoji="0" lang="ko-KR" altLang="en-US" sz="1600" dirty="0" smtClean="0">
                  <a:solidFill>
                    <a:srgbClr val="3366CC"/>
                  </a:solidFill>
                  <a:latin typeface="HY견고딕" pitchFamily="18" charset="-127"/>
                  <a:ea typeface="HY견고딕" pitchFamily="18" charset="-127"/>
                </a:rPr>
                <a:t>통일</a:t>
              </a:r>
              <a:endParaRPr lang="en-US" altLang="ko-KR" sz="1600" dirty="0">
                <a:latin typeface="HY견고딕" pitchFamily="18" charset="-127"/>
                <a:ea typeface="HY견고딕" pitchFamily="18" charset="-127"/>
              </a:endParaRPr>
            </a:p>
          </p:txBody>
        </p:sp>
        <p:sp>
          <p:nvSpPr>
            <p:cNvPr id="34" name="Rectangle 11"/>
            <p:cNvSpPr>
              <a:spLocks noChangeArrowheads="1"/>
            </p:cNvSpPr>
            <p:nvPr/>
          </p:nvSpPr>
          <p:spPr bwMode="auto">
            <a:xfrm>
              <a:off x="3086775" y="3429000"/>
              <a:ext cx="2842945" cy="368923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/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ko-KR" altLang="en-US" sz="1600" dirty="0" smtClean="0">
                  <a:solidFill>
                    <a:srgbClr val="3366CC"/>
                  </a:solidFill>
                  <a:latin typeface="HY견고딕" pitchFamily="18" charset="-127"/>
                  <a:ea typeface="HY견고딕" pitchFamily="18" charset="-127"/>
                </a:rPr>
                <a:t>공공질서</a:t>
              </a:r>
              <a:r>
                <a:rPr kumimoji="0" lang="en-US" altLang="ko-KR" sz="1600" dirty="0" smtClean="0">
                  <a:solidFill>
                    <a:srgbClr val="3366CC"/>
                  </a:solidFill>
                  <a:latin typeface="HY견고딕" pitchFamily="18" charset="-127"/>
                  <a:ea typeface="HY견고딕" pitchFamily="18" charset="-127"/>
                </a:rPr>
                <a:t>, </a:t>
              </a:r>
              <a:r>
                <a:rPr kumimoji="0" lang="ko-KR" altLang="en-US" sz="1600" dirty="0" smtClean="0">
                  <a:solidFill>
                    <a:srgbClr val="3366CC"/>
                  </a:solidFill>
                  <a:latin typeface="HY견고딕" pitchFamily="18" charset="-127"/>
                  <a:ea typeface="HY견고딕" pitchFamily="18" charset="-127"/>
                </a:rPr>
                <a:t>안전</a:t>
              </a:r>
              <a:endParaRPr lang="en-US" altLang="ko-KR" sz="1600" dirty="0">
                <a:latin typeface="HY견고딕" pitchFamily="18" charset="-127"/>
                <a:ea typeface="HY견고딕" pitchFamily="18" charset="-127"/>
              </a:endParaRPr>
            </a:p>
          </p:txBody>
        </p:sp>
        <p:sp>
          <p:nvSpPr>
            <p:cNvPr id="35" name="Rectangle 12"/>
            <p:cNvSpPr>
              <a:spLocks noChangeArrowheads="1"/>
            </p:cNvSpPr>
            <p:nvPr/>
          </p:nvSpPr>
          <p:spPr bwMode="auto">
            <a:xfrm>
              <a:off x="3086775" y="3861048"/>
              <a:ext cx="2842945" cy="368923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/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ko-KR" altLang="en-US" sz="1600" dirty="0" smtClean="0">
                  <a:solidFill>
                    <a:srgbClr val="3366CC"/>
                  </a:solidFill>
                  <a:latin typeface="HY견고딕" pitchFamily="18" charset="-127"/>
                  <a:ea typeface="HY견고딕" pitchFamily="18" charset="-127"/>
                </a:rPr>
                <a:t>일반</a:t>
              </a:r>
              <a:r>
                <a:rPr kumimoji="0" lang="en-US" altLang="ko-KR" sz="1600" dirty="0" smtClean="0">
                  <a:solidFill>
                    <a:srgbClr val="3366CC"/>
                  </a:solidFill>
                  <a:latin typeface="HY견고딕" pitchFamily="18" charset="-127"/>
                  <a:ea typeface="HY견고딕" pitchFamily="18" charset="-127"/>
                </a:rPr>
                <a:t>, </a:t>
              </a:r>
              <a:r>
                <a:rPr kumimoji="0" lang="ko-KR" altLang="en-US" sz="1600" dirty="0" smtClean="0">
                  <a:solidFill>
                    <a:srgbClr val="3366CC"/>
                  </a:solidFill>
                  <a:latin typeface="HY견고딕" pitchFamily="18" charset="-127"/>
                  <a:ea typeface="HY견고딕" pitchFamily="18" charset="-127"/>
                </a:rPr>
                <a:t>지방행정</a:t>
              </a:r>
              <a:endParaRPr lang="en-US" altLang="ko-KR" sz="1600" dirty="0">
                <a:latin typeface="HY견고딕" pitchFamily="18" charset="-127"/>
                <a:ea typeface="HY견고딕" pitchFamily="18" charset="-127"/>
              </a:endParaRPr>
            </a:p>
          </p:txBody>
        </p:sp>
        <p:sp>
          <p:nvSpPr>
            <p:cNvPr id="36" name="Rectangle 10"/>
            <p:cNvSpPr>
              <a:spLocks noChangeArrowheads="1"/>
            </p:cNvSpPr>
            <p:nvPr/>
          </p:nvSpPr>
          <p:spPr bwMode="auto">
            <a:xfrm>
              <a:off x="3097207" y="1700808"/>
              <a:ext cx="2842945" cy="368923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/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altLang="ko-KR" sz="1600" dirty="0" smtClean="0">
                  <a:solidFill>
                    <a:srgbClr val="3366CC"/>
                  </a:solidFill>
                  <a:latin typeface="HY견고딕" pitchFamily="18" charset="-127"/>
                  <a:ea typeface="HY견고딕" pitchFamily="18" charset="-127"/>
                </a:rPr>
                <a:t>SOC</a:t>
              </a:r>
              <a:endParaRPr lang="en-US" altLang="ko-KR" sz="1600" dirty="0">
                <a:latin typeface="HY견고딕" pitchFamily="18" charset="-127"/>
                <a:ea typeface="HY견고딕" pitchFamily="18" charset="-127"/>
              </a:endParaRPr>
            </a:p>
          </p:txBody>
        </p:sp>
        <p:sp>
          <p:nvSpPr>
            <p:cNvPr id="37" name="Rectangle 11"/>
            <p:cNvSpPr>
              <a:spLocks noChangeArrowheads="1"/>
            </p:cNvSpPr>
            <p:nvPr/>
          </p:nvSpPr>
          <p:spPr bwMode="auto">
            <a:xfrm>
              <a:off x="3086775" y="2123973"/>
              <a:ext cx="2842945" cy="368923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/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ko-KR" altLang="en-US" sz="1600" dirty="0" smtClean="0">
                  <a:solidFill>
                    <a:srgbClr val="3366CC"/>
                  </a:solidFill>
                  <a:latin typeface="HY견고딕" pitchFamily="18" charset="-127"/>
                  <a:ea typeface="HY견고딕" pitchFamily="18" charset="-127"/>
                </a:rPr>
                <a:t>농림</a:t>
              </a:r>
              <a:r>
                <a:rPr kumimoji="0" lang="en-US" altLang="ko-KR" sz="1600" dirty="0" smtClean="0">
                  <a:solidFill>
                    <a:srgbClr val="3366CC"/>
                  </a:solidFill>
                  <a:latin typeface="HY견고딕" pitchFamily="18" charset="-127"/>
                  <a:ea typeface="HY견고딕" pitchFamily="18" charset="-127"/>
                </a:rPr>
                <a:t>, </a:t>
              </a:r>
              <a:r>
                <a:rPr kumimoji="0" lang="ko-KR" altLang="en-US" sz="1600" dirty="0" smtClean="0">
                  <a:solidFill>
                    <a:srgbClr val="3366CC"/>
                  </a:solidFill>
                  <a:latin typeface="HY견고딕" pitchFamily="18" charset="-127"/>
                  <a:ea typeface="HY견고딕" pitchFamily="18" charset="-127"/>
                </a:rPr>
                <a:t>수산</a:t>
              </a:r>
              <a:r>
                <a:rPr kumimoji="0" lang="en-US" altLang="ko-KR" sz="1600" dirty="0" smtClean="0">
                  <a:solidFill>
                    <a:srgbClr val="3366CC"/>
                  </a:solidFill>
                  <a:latin typeface="HY견고딕" pitchFamily="18" charset="-127"/>
                  <a:ea typeface="HY견고딕" pitchFamily="18" charset="-127"/>
                </a:rPr>
                <a:t>, </a:t>
              </a:r>
              <a:r>
                <a:rPr kumimoji="0" lang="ko-KR" altLang="en-US" sz="1600" dirty="0" smtClean="0">
                  <a:solidFill>
                    <a:srgbClr val="3366CC"/>
                  </a:solidFill>
                  <a:latin typeface="HY견고딕" pitchFamily="18" charset="-127"/>
                  <a:ea typeface="HY견고딕" pitchFamily="18" charset="-127"/>
                </a:rPr>
                <a:t>식품</a:t>
              </a:r>
              <a:endParaRPr lang="en-US" altLang="ko-KR" sz="1600" dirty="0">
                <a:latin typeface="HY견고딕" pitchFamily="18" charset="-127"/>
                <a:ea typeface="HY견고딕" pitchFamily="18" charset="-127"/>
              </a:endParaRPr>
            </a:p>
          </p:txBody>
        </p:sp>
        <p:sp>
          <p:nvSpPr>
            <p:cNvPr id="38" name="Rectangle 12"/>
            <p:cNvSpPr>
              <a:spLocks noChangeArrowheads="1"/>
            </p:cNvSpPr>
            <p:nvPr/>
          </p:nvSpPr>
          <p:spPr bwMode="auto">
            <a:xfrm>
              <a:off x="3086775" y="2556021"/>
              <a:ext cx="2842945" cy="368923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/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ko-KR" altLang="en-US" sz="1600" dirty="0" smtClean="0">
                  <a:solidFill>
                    <a:srgbClr val="3366CC"/>
                  </a:solidFill>
                  <a:latin typeface="HY견고딕" pitchFamily="18" charset="-127"/>
                  <a:ea typeface="HY견고딕" pitchFamily="18" charset="-127"/>
                </a:rPr>
                <a:t>국방</a:t>
              </a:r>
              <a:endParaRPr lang="en-US" altLang="ko-KR" sz="1600" dirty="0">
                <a:latin typeface="HY견고딕" pitchFamily="18" charset="-127"/>
                <a:ea typeface="HY견고딕" pitchFamily="18" charset="-127"/>
              </a:endParaRPr>
            </a:p>
          </p:txBody>
        </p:sp>
      </p:grpSp>
      <p:sp>
        <p:nvSpPr>
          <p:cNvPr id="40" name="Rectangle 10"/>
          <p:cNvSpPr>
            <a:spLocks noChangeArrowheads="1"/>
          </p:cNvSpPr>
          <p:nvPr/>
        </p:nvSpPr>
        <p:spPr bwMode="auto">
          <a:xfrm>
            <a:off x="2843808" y="3337418"/>
            <a:ext cx="360040" cy="30186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none" lIns="92075" tIns="46038" rIns="92075" bIns="46038" anchor="ctr"/>
          <a:lstStyle/>
          <a:p>
            <a:pPr algn="ctr"/>
            <a:r>
              <a:rPr kumimoji="0" lang="en-US" altLang="ko-KR" sz="1600" dirty="0" smtClean="0">
                <a:solidFill>
                  <a:srgbClr val="3366CC"/>
                </a:solidFill>
                <a:latin typeface="HY견고딕" pitchFamily="18" charset="-127"/>
                <a:ea typeface="HY견고딕" pitchFamily="18" charset="-127"/>
              </a:rPr>
              <a:t>6.8</a:t>
            </a:r>
            <a:endParaRPr lang="en-US" altLang="ko-KR" sz="1600" dirty="0"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41" name="Rectangle 11"/>
          <p:cNvSpPr>
            <a:spLocks noChangeArrowheads="1"/>
          </p:cNvSpPr>
          <p:nvPr/>
        </p:nvSpPr>
        <p:spPr bwMode="auto">
          <a:xfrm>
            <a:off x="2555776" y="3690933"/>
            <a:ext cx="640964" cy="30186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none" lIns="92075" tIns="46038" rIns="92075" bIns="46038" anchor="ctr"/>
          <a:lstStyle/>
          <a:p>
            <a:pPr algn="ctr"/>
            <a:r>
              <a:rPr kumimoji="0" lang="en-US" altLang="ko-KR" sz="1600" dirty="0" smtClean="0">
                <a:solidFill>
                  <a:srgbClr val="FF0000"/>
                </a:solidFill>
                <a:latin typeface="HY견고딕" pitchFamily="18" charset="-127"/>
                <a:ea typeface="HY견고딕" pitchFamily="18" charset="-127"/>
              </a:rPr>
              <a:t>18.9</a:t>
            </a:r>
            <a:endParaRPr lang="en-US" altLang="ko-KR" sz="1600" dirty="0">
              <a:solidFill>
                <a:srgbClr val="FF0000"/>
              </a:solidFill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42" name="Rectangle 12"/>
          <p:cNvSpPr>
            <a:spLocks noChangeArrowheads="1"/>
          </p:cNvSpPr>
          <p:nvPr/>
        </p:nvSpPr>
        <p:spPr bwMode="auto">
          <a:xfrm>
            <a:off x="2712462" y="4044449"/>
            <a:ext cx="484277" cy="30186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none" lIns="92075" tIns="46038" rIns="92075" bIns="46038" anchor="ctr"/>
          <a:lstStyle/>
          <a:p>
            <a:pPr algn="ctr"/>
            <a:r>
              <a:rPr kumimoji="0" lang="en-US" altLang="ko-KR" sz="1600" dirty="0" smtClean="0">
                <a:solidFill>
                  <a:srgbClr val="3366CC"/>
                </a:solidFill>
                <a:latin typeface="HY견고딕" pitchFamily="18" charset="-127"/>
                <a:ea typeface="HY견고딕" pitchFamily="18" charset="-127"/>
              </a:rPr>
              <a:t>16.1</a:t>
            </a:r>
            <a:endParaRPr lang="en-US" altLang="ko-KR" sz="1600" dirty="0"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43" name="Rectangle 10"/>
          <p:cNvSpPr>
            <a:spLocks noChangeArrowheads="1"/>
          </p:cNvSpPr>
          <p:nvPr/>
        </p:nvSpPr>
        <p:spPr bwMode="auto">
          <a:xfrm>
            <a:off x="755576" y="2276872"/>
            <a:ext cx="2448272" cy="30186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none" lIns="92075" tIns="46038" rIns="92075" bIns="46038" anchor="ctr"/>
          <a:lstStyle/>
          <a:p>
            <a:pPr algn="ctr"/>
            <a:r>
              <a:rPr kumimoji="0" lang="en-US" altLang="ko-KR" sz="1600" dirty="0" smtClean="0">
                <a:solidFill>
                  <a:srgbClr val="3366CC"/>
                </a:solidFill>
                <a:latin typeface="HY견고딕" pitchFamily="18" charset="-127"/>
                <a:ea typeface="HY견고딕" pitchFamily="18" charset="-127"/>
              </a:rPr>
              <a:t>122.9</a:t>
            </a:r>
            <a:endParaRPr lang="en-US" altLang="ko-KR" sz="1600" dirty="0"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44" name="Rectangle 11"/>
          <p:cNvSpPr>
            <a:spLocks noChangeArrowheads="1"/>
          </p:cNvSpPr>
          <p:nvPr/>
        </p:nvSpPr>
        <p:spPr bwMode="auto">
          <a:xfrm>
            <a:off x="1907704" y="2623119"/>
            <a:ext cx="1289036" cy="30186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none" lIns="92075" tIns="46038" rIns="92075" bIns="46038" anchor="ctr"/>
          <a:lstStyle/>
          <a:p>
            <a:pPr algn="ctr"/>
            <a:r>
              <a:rPr kumimoji="0" lang="en-US" altLang="ko-KR" sz="1600" dirty="0" smtClean="0">
                <a:solidFill>
                  <a:srgbClr val="3366CC"/>
                </a:solidFill>
                <a:latin typeface="HY견고딕" pitchFamily="18" charset="-127"/>
                <a:ea typeface="HY견고딕" pitchFamily="18" charset="-127"/>
              </a:rPr>
              <a:t>53.2</a:t>
            </a:r>
            <a:endParaRPr lang="en-US" altLang="ko-KR" sz="1600" dirty="0"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45" name="Rectangle 12"/>
          <p:cNvSpPr>
            <a:spLocks noChangeArrowheads="1"/>
          </p:cNvSpPr>
          <p:nvPr/>
        </p:nvSpPr>
        <p:spPr bwMode="auto">
          <a:xfrm>
            <a:off x="2843808" y="2976634"/>
            <a:ext cx="360040" cy="30186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none" lIns="92075" tIns="46038" rIns="92075" bIns="46038" anchor="ctr"/>
          <a:lstStyle/>
          <a:p>
            <a:pPr algn="ctr"/>
            <a:r>
              <a:rPr kumimoji="0" lang="en-US" altLang="ko-KR" sz="1600" dirty="0" smtClean="0">
                <a:solidFill>
                  <a:srgbClr val="3366CC"/>
                </a:solidFill>
                <a:latin typeface="HY견고딕" pitchFamily="18" charset="-127"/>
                <a:ea typeface="HY견고딕" pitchFamily="18" charset="-127"/>
              </a:rPr>
              <a:t>6.6</a:t>
            </a:r>
            <a:endParaRPr lang="en-US" altLang="ko-KR" sz="1600" dirty="0"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47" name="Rectangle 10"/>
          <p:cNvSpPr>
            <a:spLocks noChangeArrowheads="1"/>
          </p:cNvSpPr>
          <p:nvPr/>
        </p:nvSpPr>
        <p:spPr bwMode="auto">
          <a:xfrm>
            <a:off x="2876258" y="5444440"/>
            <a:ext cx="327590" cy="30186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none" lIns="92075" tIns="46038" rIns="92075" bIns="46038" anchor="ctr"/>
          <a:lstStyle/>
          <a:p>
            <a:pPr algn="ctr"/>
            <a:r>
              <a:rPr kumimoji="0" lang="en-US" altLang="ko-KR" sz="1600" dirty="0" smtClean="0">
                <a:solidFill>
                  <a:srgbClr val="3366CC"/>
                </a:solidFill>
                <a:latin typeface="HY견고딕" pitchFamily="18" charset="-127"/>
                <a:ea typeface="HY견고딕" pitchFamily="18" charset="-127"/>
              </a:rPr>
              <a:t>4.7</a:t>
            </a:r>
            <a:endParaRPr lang="en-US" altLang="ko-KR" sz="1600" dirty="0"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48" name="Rectangle 11"/>
          <p:cNvSpPr>
            <a:spLocks noChangeArrowheads="1"/>
          </p:cNvSpPr>
          <p:nvPr/>
        </p:nvSpPr>
        <p:spPr bwMode="auto">
          <a:xfrm>
            <a:off x="2555776" y="5797955"/>
            <a:ext cx="640964" cy="30186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none" lIns="92075" tIns="46038" rIns="92075" bIns="46038" anchor="ctr"/>
          <a:lstStyle/>
          <a:p>
            <a:pPr algn="ctr"/>
            <a:r>
              <a:rPr kumimoji="0" lang="en-US" altLang="ko-KR" sz="1600" dirty="0" smtClean="0">
                <a:solidFill>
                  <a:srgbClr val="3366CC"/>
                </a:solidFill>
                <a:latin typeface="HY견고딕" pitchFamily="18" charset="-127"/>
                <a:ea typeface="HY견고딕" pitchFamily="18" charset="-127"/>
              </a:rPr>
              <a:t>17.5</a:t>
            </a:r>
            <a:endParaRPr lang="en-US" altLang="ko-KR" sz="1600" dirty="0"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49" name="Rectangle 12"/>
          <p:cNvSpPr>
            <a:spLocks noChangeArrowheads="1"/>
          </p:cNvSpPr>
          <p:nvPr/>
        </p:nvSpPr>
        <p:spPr bwMode="auto">
          <a:xfrm>
            <a:off x="1691680" y="6151471"/>
            <a:ext cx="1505060" cy="30186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none" lIns="92075" tIns="46038" rIns="92075" bIns="46038" anchor="ctr"/>
          <a:lstStyle/>
          <a:p>
            <a:pPr algn="ctr"/>
            <a:r>
              <a:rPr kumimoji="0" lang="en-US" altLang="ko-KR" sz="1600" dirty="0" smtClean="0">
                <a:solidFill>
                  <a:srgbClr val="3366CC"/>
                </a:solidFill>
                <a:latin typeface="HY견고딕" pitchFamily="18" charset="-127"/>
                <a:ea typeface="HY견고딕" pitchFamily="18" charset="-127"/>
              </a:rPr>
              <a:t>60.9</a:t>
            </a:r>
            <a:endParaRPr lang="en-US" altLang="ko-KR" sz="1600" dirty="0"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50" name="Rectangle 10"/>
          <p:cNvSpPr>
            <a:spLocks noChangeArrowheads="1"/>
          </p:cNvSpPr>
          <p:nvPr/>
        </p:nvSpPr>
        <p:spPr bwMode="auto">
          <a:xfrm>
            <a:off x="2339752" y="4383894"/>
            <a:ext cx="864096" cy="30186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none" lIns="92075" tIns="46038" rIns="92075" bIns="46038" anchor="ctr"/>
          <a:lstStyle/>
          <a:p>
            <a:pPr algn="ctr"/>
            <a:r>
              <a:rPr kumimoji="0" lang="en-US" altLang="ko-KR" sz="1600" dirty="0" smtClean="0">
                <a:solidFill>
                  <a:srgbClr val="3366CC"/>
                </a:solidFill>
                <a:latin typeface="HY견고딕" pitchFamily="18" charset="-127"/>
                <a:ea typeface="HY견고딕" pitchFamily="18" charset="-127"/>
              </a:rPr>
              <a:t>23.3</a:t>
            </a:r>
            <a:endParaRPr lang="en-US" altLang="ko-KR" sz="1600" dirty="0"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51" name="Rectangle 11"/>
          <p:cNvSpPr>
            <a:spLocks noChangeArrowheads="1"/>
          </p:cNvSpPr>
          <p:nvPr/>
        </p:nvSpPr>
        <p:spPr bwMode="auto">
          <a:xfrm>
            <a:off x="2483768" y="4730141"/>
            <a:ext cx="712972" cy="30186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none" lIns="92075" tIns="46038" rIns="92075" bIns="46038" anchor="ctr"/>
          <a:lstStyle/>
          <a:p>
            <a:pPr algn="ctr"/>
            <a:r>
              <a:rPr kumimoji="0" lang="en-US" altLang="ko-KR" sz="1600" dirty="0" smtClean="0">
                <a:solidFill>
                  <a:srgbClr val="3366CC"/>
                </a:solidFill>
                <a:latin typeface="HY견고딕" pitchFamily="18" charset="-127"/>
                <a:ea typeface="HY견고딕" pitchFamily="18" charset="-127"/>
              </a:rPr>
              <a:t>19.3</a:t>
            </a:r>
            <a:endParaRPr lang="en-US" altLang="ko-KR" sz="1600" dirty="0"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52" name="Rectangle 12"/>
          <p:cNvSpPr>
            <a:spLocks noChangeArrowheads="1"/>
          </p:cNvSpPr>
          <p:nvPr/>
        </p:nvSpPr>
        <p:spPr bwMode="auto">
          <a:xfrm>
            <a:off x="2235294" y="5083656"/>
            <a:ext cx="961446" cy="30186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none" lIns="92075" tIns="46038" rIns="92075" bIns="46038" anchor="ctr"/>
          <a:lstStyle/>
          <a:p>
            <a:pPr algn="ctr"/>
            <a:r>
              <a:rPr kumimoji="0" lang="en-US" altLang="ko-KR" sz="1600" dirty="0" smtClean="0">
                <a:solidFill>
                  <a:srgbClr val="3366CC"/>
                </a:solidFill>
                <a:latin typeface="HY견고딕" pitchFamily="18" charset="-127"/>
                <a:ea typeface="HY견고딕" pitchFamily="18" charset="-127"/>
              </a:rPr>
              <a:t>39.0</a:t>
            </a:r>
            <a:endParaRPr lang="en-US" altLang="ko-KR" sz="1600" dirty="0"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63" name="Rectangle 10"/>
          <p:cNvSpPr>
            <a:spLocks noChangeArrowheads="1"/>
          </p:cNvSpPr>
          <p:nvPr/>
        </p:nvSpPr>
        <p:spPr bwMode="auto">
          <a:xfrm>
            <a:off x="6523324" y="3337418"/>
            <a:ext cx="229639" cy="30186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none" lIns="92075" tIns="46038" rIns="92075" bIns="46038" anchor="ctr"/>
          <a:lstStyle/>
          <a:p>
            <a:pPr algn="ctr"/>
            <a:r>
              <a:rPr kumimoji="0" lang="en-US" altLang="ko-KR" sz="1600" dirty="0" smtClean="0">
                <a:solidFill>
                  <a:srgbClr val="3366CC"/>
                </a:solidFill>
                <a:latin typeface="HY견고딕" pitchFamily="18" charset="-127"/>
                <a:ea typeface="HY견고딕" pitchFamily="18" charset="-127"/>
              </a:rPr>
              <a:t>0.5</a:t>
            </a:r>
            <a:endParaRPr lang="en-US" altLang="ko-KR" sz="1600" dirty="0"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64" name="Rectangle 11"/>
          <p:cNvSpPr>
            <a:spLocks noChangeArrowheads="1"/>
          </p:cNvSpPr>
          <p:nvPr/>
        </p:nvSpPr>
        <p:spPr bwMode="auto">
          <a:xfrm>
            <a:off x="6516216" y="3690933"/>
            <a:ext cx="67951" cy="30186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none" lIns="92075" tIns="46038" rIns="92075" bIns="46038" anchor="ctr"/>
          <a:lstStyle/>
          <a:p>
            <a:pPr algn="ctr"/>
            <a:r>
              <a:rPr kumimoji="0" lang="en-US" altLang="ko-KR" sz="1600" dirty="0">
                <a:solidFill>
                  <a:srgbClr val="FF0000"/>
                </a:solidFill>
                <a:latin typeface="HY견고딕" pitchFamily="18" charset="-127"/>
                <a:ea typeface="HY견고딕" pitchFamily="18" charset="-127"/>
              </a:rPr>
              <a:t>0</a:t>
            </a:r>
            <a:r>
              <a:rPr kumimoji="0" lang="en-US" altLang="ko-KR" sz="1600" dirty="0" smtClean="0">
                <a:solidFill>
                  <a:srgbClr val="FF0000"/>
                </a:solidFill>
                <a:latin typeface="HY견고딕" pitchFamily="18" charset="-127"/>
                <a:ea typeface="HY견고딕" pitchFamily="18" charset="-127"/>
              </a:rPr>
              <a:t>.0</a:t>
            </a:r>
            <a:endParaRPr lang="en-US" altLang="ko-KR" sz="1600" dirty="0">
              <a:solidFill>
                <a:srgbClr val="FF0000"/>
              </a:solidFill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65" name="Rectangle 12"/>
          <p:cNvSpPr>
            <a:spLocks noChangeArrowheads="1"/>
          </p:cNvSpPr>
          <p:nvPr/>
        </p:nvSpPr>
        <p:spPr bwMode="auto">
          <a:xfrm>
            <a:off x="6408866" y="4044449"/>
            <a:ext cx="107350" cy="30186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none" lIns="92075" tIns="46038" rIns="92075" bIns="46038" anchor="ctr"/>
          <a:lstStyle/>
          <a:p>
            <a:pPr algn="ctr"/>
            <a:r>
              <a:rPr kumimoji="0" lang="en-US" altLang="ko-KR" sz="1600" dirty="0" smtClean="0">
                <a:solidFill>
                  <a:srgbClr val="3366CC"/>
                </a:solidFill>
                <a:latin typeface="HY견고딕" pitchFamily="18" charset="-127"/>
                <a:ea typeface="HY견고딕" pitchFamily="18" charset="-127"/>
              </a:rPr>
              <a:t>-0.3</a:t>
            </a:r>
            <a:endParaRPr lang="en-US" altLang="ko-KR" sz="1600" dirty="0"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66" name="Rectangle 10"/>
          <p:cNvSpPr>
            <a:spLocks noChangeArrowheads="1"/>
          </p:cNvSpPr>
          <p:nvPr/>
        </p:nvSpPr>
        <p:spPr bwMode="auto">
          <a:xfrm>
            <a:off x="6523324" y="2276872"/>
            <a:ext cx="1937108" cy="30186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none" lIns="92075" tIns="46038" rIns="92075" bIns="46038" anchor="ctr"/>
          <a:lstStyle/>
          <a:p>
            <a:pPr algn="ctr"/>
            <a:r>
              <a:rPr kumimoji="0" lang="en-US" altLang="ko-KR" sz="1600" dirty="0" smtClean="0">
                <a:solidFill>
                  <a:srgbClr val="3366CC"/>
                </a:solidFill>
                <a:latin typeface="HY견고딕" pitchFamily="18" charset="-127"/>
                <a:ea typeface="HY견고딕" pitchFamily="18" charset="-127"/>
              </a:rPr>
              <a:t>7.2</a:t>
            </a:r>
            <a:endParaRPr lang="en-US" altLang="ko-KR" sz="1600" dirty="0"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67" name="Rectangle 11"/>
          <p:cNvSpPr>
            <a:spLocks noChangeArrowheads="1"/>
          </p:cNvSpPr>
          <p:nvPr/>
        </p:nvSpPr>
        <p:spPr bwMode="auto">
          <a:xfrm>
            <a:off x="6516216" y="2623119"/>
            <a:ext cx="163795" cy="30186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none" lIns="92075" tIns="46038" rIns="92075" bIns="46038" anchor="ctr"/>
          <a:lstStyle/>
          <a:p>
            <a:pPr algn="ctr"/>
            <a:r>
              <a:rPr kumimoji="0" lang="en-US" altLang="ko-KR" sz="1600" dirty="0" smtClean="0">
                <a:solidFill>
                  <a:srgbClr val="3366CC"/>
                </a:solidFill>
                <a:latin typeface="HY견고딕" pitchFamily="18" charset="-127"/>
                <a:ea typeface="HY견고딕" pitchFamily="18" charset="-127"/>
              </a:rPr>
              <a:t>0.3</a:t>
            </a:r>
            <a:endParaRPr lang="en-US" altLang="ko-KR" sz="1600" dirty="0"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68" name="Rectangle 12"/>
          <p:cNvSpPr>
            <a:spLocks noChangeArrowheads="1"/>
          </p:cNvSpPr>
          <p:nvPr/>
        </p:nvSpPr>
        <p:spPr bwMode="auto">
          <a:xfrm>
            <a:off x="6516216" y="2976634"/>
            <a:ext cx="1152128" cy="30186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none" lIns="92075" tIns="46038" rIns="92075" bIns="46038" anchor="ctr"/>
          <a:lstStyle/>
          <a:p>
            <a:pPr algn="ctr"/>
            <a:r>
              <a:rPr kumimoji="0" lang="en-US" altLang="ko-KR" sz="1600" dirty="0" smtClean="0">
                <a:solidFill>
                  <a:srgbClr val="3366CC"/>
                </a:solidFill>
                <a:latin typeface="HY견고딕" pitchFamily="18" charset="-127"/>
                <a:ea typeface="HY견고딕" pitchFamily="18" charset="-127"/>
              </a:rPr>
              <a:t>5.7</a:t>
            </a:r>
            <a:endParaRPr lang="en-US" altLang="ko-KR" sz="1600" dirty="0"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57" name="Rectangle 10"/>
          <p:cNvSpPr>
            <a:spLocks noChangeArrowheads="1"/>
          </p:cNvSpPr>
          <p:nvPr/>
        </p:nvSpPr>
        <p:spPr bwMode="auto">
          <a:xfrm>
            <a:off x="6523324" y="5444440"/>
            <a:ext cx="156687" cy="30186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none" lIns="92075" tIns="46038" rIns="92075" bIns="46038" anchor="ctr"/>
          <a:lstStyle/>
          <a:p>
            <a:pPr algn="ctr"/>
            <a:r>
              <a:rPr kumimoji="0" lang="en-US" altLang="ko-KR" sz="1600" dirty="0" smtClean="0">
                <a:solidFill>
                  <a:srgbClr val="3366CC"/>
                </a:solidFill>
                <a:latin typeface="HY견고딕" pitchFamily="18" charset="-127"/>
                <a:ea typeface="HY견고딕" pitchFamily="18" charset="-127"/>
              </a:rPr>
              <a:t>0.2</a:t>
            </a:r>
            <a:endParaRPr lang="en-US" altLang="ko-KR" sz="1600" dirty="0"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58" name="Rectangle 11"/>
          <p:cNvSpPr>
            <a:spLocks noChangeArrowheads="1"/>
          </p:cNvSpPr>
          <p:nvPr/>
        </p:nvSpPr>
        <p:spPr bwMode="auto">
          <a:xfrm>
            <a:off x="6516216" y="5797955"/>
            <a:ext cx="288032" cy="30186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none" lIns="92075" tIns="46038" rIns="92075" bIns="46038" anchor="ctr"/>
          <a:lstStyle/>
          <a:p>
            <a:pPr algn="ctr"/>
            <a:r>
              <a:rPr kumimoji="0" lang="en-US" altLang="ko-KR" sz="1600" dirty="0" smtClean="0">
                <a:solidFill>
                  <a:srgbClr val="3366CC"/>
                </a:solidFill>
                <a:latin typeface="HY견고딕" pitchFamily="18" charset="-127"/>
                <a:ea typeface="HY견고딕" pitchFamily="18" charset="-127"/>
              </a:rPr>
              <a:t>0.5</a:t>
            </a:r>
            <a:endParaRPr lang="en-US" altLang="ko-KR" sz="1600" dirty="0"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59" name="Rectangle 12"/>
          <p:cNvSpPr>
            <a:spLocks noChangeArrowheads="1"/>
          </p:cNvSpPr>
          <p:nvPr/>
        </p:nvSpPr>
        <p:spPr bwMode="auto">
          <a:xfrm>
            <a:off x="6516216" y="6151471"/>
            <a:ext cx="792088" cy="30186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none" lIns="92075" tIns="46038" rIns="92075" bIns="46038" anchor="ctr"/>
          <a:lstStyle/>
          <a:p>
            <a:pPr algn="ctr"/>
            <a:r>
              <a:rPr kumimoji="0" lang="en-US" altLang="ko-KR" sz="1600" dirty="0" smtClean="0">
                <a:solidFill>
                  <a:srgbClr val="3366CC"/>
                </a:solidFill>
                <a:latin typeface="HY견고딕" pitchFamily="18" charset="-127"/>
                <a:ea typeface="HY견고딕" pitchFamily="18" charset="-127"/>
              </a:rPr>
              <a:t>2.9</a:t>
            </a:r>
            <a:endParaRPr lang="en-US" altLang="ko-KR" sz="1600" dirty="0"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60" name="Rectangle 10"/>
          <p:cNvSpPr>
            <a:spLocks noChangeArrowheads="1"/>
          </p:cNvSpPr>
          <p:nvPr/>
        </p:nvSpPr>
        <p:spPr bwMode="auto">
          <a:xfrm flipH="1">
            <a:off x="6386648" y="4383894"/>
            <a:ext cx="129568" cy="30186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none" lIns="92075" tIns="46038" rIns="92075" bIns="46038" anchor="ctr"/>
          <a:lstStyle/>
          <a:p>
            <a:pPr algn="ctr"/>
            <a:r>
              <a:rPr kumimoji="0" lang="en-US" altLang="ko-KR" sz="1600" dirty="0">
                <a:solidFill>
                  <a:srgbClr val="3366CC"/>
                </a:solidFill>
                <a:latin typeface="HY견고딕" pitchFamily="18" charset="-127"/>
                <a:ea typeface="HY견고딕" pitchFamily="18" charset="-127"/>
              </a:rPr>
              <a:t>-</a:t>
            </a:r>
            <a:r>
              <a:rPr kumimoji="0" lang="en-US" altLang="ko-KR" sz="1600" dirty="0" smtClean="0">
                <a:solidFill>
                  <a:srgbClr val="3366CC"/>
                </a:solidFill>
                <a:latin typeface="HY견고딕" pitchFamily="18" charset="-127"/>
                <a:ea typeface="HY견고딕" pitchFamily="18" charset="-127"/>
              </a:rPr>
              <a:t>1.5</a:t>
            </a:r>
            <a:endParaRPr lang="en-US" altLang="ko-KR" sz="1600" dirty="0"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61" name="Rectangle 11"/>
          <p:cNvSpPr>
            <a:spLocks noChangeArrowheads="1"/>
          </p:cNvSpPr>
          <p:nvPr/>
        </p:nvSpPr>
        <p:spPr bwMode="auto">
          <a:xfrm>
            <a:off x="6516217" y="4730141"/>
            <a:ext cx="46246" cy="30186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none" lIns="92075" tIns="46038" rIns="92075" bIns="46038" anchor="ctr"/>
          <a:lstStyle/>
          <a:p>
            <a:pPr algn="ctr"/>
            <a:r>
              <a:rPr kumimoji="0" lang="en-US" altLang="ko-KR" sz="1600" dirty="0" smtClean="0">
                <a:solidFill>
                  <a:srgbClr val="3366CC"/>
                </a:solidFill>
                <a:latin typeface="HY견고딕" pitchFamily="18" charset="-127"/>
                <a:ea typeface="HY견고딕" pitchFamily="18" charset="-127"/>
              </a:rPr>
              <a:t>0.0</a:t>
            </a:r>
            <a:endParaRPr lang="en-US" altLang="ko-KR" sz="1600" dirty="0"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62" name="Rectangle 12"/>
          <p:cNvSpPr>
            <a:spLocks noChangeArrowheads="1"/>
          </p:cNvSpPr>
          <p:nvPr/>
        </p:nvSpPr>
        <p:spPr bwMode="auto">
          <a:xfrm>
            <a:off x="6516216" y="5083656"/>
            <a:ext cx="504056" cy="30186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none" lIns="92075" tIns="46038" rIns="92075" bIns="46038" anchor="ctr"/>
          <a:lstStyle/>
          <a:p>
            <a:pPr algn="ctr"/>
            <a:r>
              <a:rPr kumimoji="0" lang="en-US" altLang="ko-KR" sz="1600" dirty="0" smtClean="0">
                <a:solidFill>
                  <a:srgbClr val="3366CC"/>
                </a:solidFill>
                <a:latin typeface="HY견고딕" pitchFamily="18" charset="-127"/>
                <a:ea typeface="HY견고딕" pitchFamily="18" charset="-127"/>
              </a:rPr>
              <a:t>1.5</a:t>
            </a:r>
            <a:endParaRPr lang="en-US" altLang="ko-KR" sz="1600" dirty="0">
              <a:latin typeface="HY견고딕" pitchFamily="18" charset="-127"/>
              <a:ea typeface="HY견고딕" pitchFamily="18" charset="-127"/>
            </a:endParaRPr>
          </a:p>
        </p:txBody>
      </p:sp>
      <p:grpSp>
        <p:nvGrpSpPr>
          <p:cNvPr id="69" name="그룹 68"/>
          <p:cNvGrpSpPr/>
          <p:nvPr/>
        </p:nvGrpSpPr>
        <p:grpSpPr>
          <a:xfrm>
            <a:off x="6562463" y="1632744"/>
            <a:ext cx="1969977" cy="508000"/>
            <a:chOff x="2518130" y="1984896"/>
            <a:chExt cx="1969977" cy="508000"/>
          </a:xfrm>
        </p:grpSpPr>
        <p:sp>
          <p:nvSpPr>
            <p:cNvPr id="70" name="AutoShape 8"/>
            <p:cNvSpPr>
              <a:spLocks noChangeArrowheads="1"/>
            </p:cNvSpPr>
            <p:nvPr/>
          </p:nvSpPr>
          <p:spPr bwMode="gray">
            <a:xfrm>
              <a:off x="2875629" y="1984896"/>
              <a:ext cx="1612478" cy="50800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B7E7FF">
                    <a:gamma/>
                    <a:tint val="0"/>
                    <a:invGamma/>
                  </a:srgbClr>
                </a:gs>
                <a:gs pos="100000">
                  <a:srgbClr val="B7E7FF"/>
                </a:gs>
              </a:gsLst>
              <a:lin ang="0" scaled="1"/>
            </a:gradFill>
            <a:ln w="28575" algn="ctr">
              <a:solidFill>
                <a:srgbClr val="B2B2B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latinLnBrk="0" hangingPunct="0"/>
              <a:r>
                <a:rPr kumimoji="0" lang="ko-KR" altLang="en-US" b="1" dirty="0" smtClean="0">
                  <a:latin typeface="Arial" charset="0"/>
                </a:rPr>
                <a:t>증가율</a:t>
              </a:r>
              <a:r>
                <a:rPr kumimoji="0" lang="en-US" altLang="ko-KR" b="1" dirty="0" smtClean="0">
                  <a:latin typeface="Arial" charset="0"/>
                </a:rPr>
                <a:t>(%)</a:t>
              </a:r>
              <a:endParaRPr kumimoji="0" lang="en-US" altLang="ko-KR" b="1" dirty="0">
                <a:latin typeface="Arial" charset="0"/>
              </a:endParaRPr>
            </a:p>
          </p:txBody>
        </p:sp>
        <p:grpSp>
          <p:nvGrpSpPr>
            <p:cNvPr id="71" name="Group 9"/>
            <p:cNvGrpSpPr>
              <a:grpSpLocks/>
            </p:cNvGrpSpPr>
            <p:nvPr/>
          </p:nvGrpSpPr>
          <p:grpSpPr bwMode="auto">
            <a:xfrm>
              <a:off x="2518130" y="2088631"/>
              <a:ext cx="381000" cy="381000"/>
              <a:chOff x="2078" y="1680"/>
              <a:chExt cx="1615" cy="1615"/>
            </a:xfrm>
          </p:grpSpPr>
          <p:sp>
            <p:nvSpPr>
              <p:cNvPr id="72" name="Oval 10"/>
              <p:cNvSpPr>
                <a:spLocks noChangeArrowheads="1"/>
              </p:cNvSpPr>
              <p:nvPr/>
            </p:nvSpPr>
            <p:spPr bwMode="gray">
              <a:xfrm>
                <a:off x="2078" y="1680"/>
                <a:ext cx="1615" cy="1615"/>
              </a:xfrm>
              <a:prstGeom prst="ellipse">
                <a:avLst/>
              </a:prstGeom>
              <a:gradFill rotWithShape="1">
                <a:gsLst>
                  <a:gs pos="0">
                    <a:srgbClr val="FFFFFF">
                      <a:gamma/>
                      <a:shade val="46275"/>
                      <a:invGamma/>
                    </a:srgbClr>
                  </a:gs>
                  <a:gs pos="50000">
                    <a:srgbClr val="FFFFFF"/>
                  </a:gs>
                  <a:gs pos="100000">
                    <a:srgbClr val="FFFFFF">
                      <a:gamma/>
                      <a:shade val="46275"/>
                      <a:invGamma/>
                    </a:srgbClr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57150" algn="ctr">
                    <a:solidFill>
                      <a:schemeClr val="bg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76200" dir="10800000" kx="-3284103" algn="b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73" name="Oval 11"/>
              <p:cNvSpPr>
                <a:spLocks noChangeArrowheads="1"/>
              </p:cNvSpPr>
              <p:nvPr/>
            </p:nvSpPr>
            <p:spPr bwMode="gray">
              <a:xfrm>
                <a:off x="2170" y="1771"/>
                <a:ext cx="1430" cy="1430"/>
              </a:xfrm>
              <a:prstGeom prst="ellipse">
                <a:avLst/>
              </a:prstGeom>
              <a:gradFill rotWithShape="1">
                <a:gsLst>
                  <a:gs pos="0">
                    <a:srgbClr val="FFFFFF">
                      <a:gamma/>
                      <a:shade val="63529"/>
                      <a:invGamma/>
                    </a:srgbClr>
                  </a:gs>
                  <a:gs pos="50000">
                    <a:srgbClr val="FFFFFF"/>
                  </a:gs>
                  <a:gs pos="100000">
                    <a:srgbClr val="FFFFFF">
                      <a:gamma/>
                      <a:shade val="63529"/>
                      <a:invGamma/>
                    </a:srgbClr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76200" dir="10800000" kx="-3284103" algn="b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74" name="Oval 12"/>
              <p:cNvSpPr>
                <a:spLocks noChangeArrowheads="1"/>
              </p:cNvSpPr>
              <p:nvPr/>
            </p:nvSpPr>
            <p:spPr bwMode="gray">
              <a:xfrm>
                <a:off x="2254" y="1856"/>
                <a:ext cx="1262" cy="1264"/>
              </a:xfrm>
              <a:prstGeom prst="ellipse">
                <a:avLst/>
              </a:prstGeom>
              <a:gradFill rotWithShape="1">
                <a:gsLst>
                  <a:gs pos="0">
                    <a:schemeClr val="hlink">
                      <a:gamma/>
                      <a:tint val="0"/>
                      <a:invGamma/>
                    </a:schemeClr>
                  </a:gs>
                  <a:gs pos="50000">
                    <a:schemeClr val="hlink"/>
                  </a:gs>
                  <a:gs pos="100000">
                    <a:schemeClr val="hlink">
                      <a:gamma/>
                      <a:tint val="0"/>
                      <a:invGamma/>
                    </a:schemeClr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38100" algn="ctr">
                    <a:solidFill>
                      <a:schemeClr val="bg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9250" dir="3267739" algn="ctr" rotWithShape="0">
                        <a:srgbClr val="808080">
                          <a:alpha val="50000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75" name="Oval 13"/>
              <p:cNvSpPr>
                <a:spLocks noChangeArrowheads="1"/>
              </p:cNvSpPr>
              <p:nvPr/>
            </p:nvSpPr>
            <p:spPr bwMode="gray">
              <a:xfrm>
                <a:off x="2254" y="1856"/>
                <a:ext cx="1262" cy="1264"/>
              </a:xfrm>
              <a:prstGeom prst="ellipse">
                <a:avLst/>
              </a:prstGeom>
              <a:gradFill rotWithShape="1">
                <a:gsLst>
                  <a:gs pos="0">
                    <a:srgbClr val="FFCC00">
                      <a:gamma/>
                      <a:shade val="0"/>
                      <a:invGamma/>
                    </a:srgbClr>
                  </a:gs>
                  <a:gs pos="100000">
                    <a:srgbClr val="FFCC00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38100" algn="ctr">
                    <a:solidFill>
                      <a:schemeClr val="bg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9250" dir="3267739" algn="ctr" rotWithShape="0">
                        <a:srgbClr val="808080">
                          <a:alpha val="50000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76" name="Oval 14"/>
              <p:cNvSpPr>
                <a:spLocks noChangeArrowheads="1"/>
              </p:cNvSpPr>
              <p:nvPr/>
            </p:nvSpPr>
            <p:spPr bwMode="gray">
              <a:xfrm>
                <a:off x="2337" y="1939"/>
                <a:ext cx="1096" cy="1098"/>
              </a:xfrm>
              <a:prstGeom prst="ellipse">
                <a:avLst/>
              </a:prstGeom>
              <a:gradFill rotWithShape="1">
                <a:gsLst>
                  <a:gs pos="0">
                    <a:schemeClr val="hlink">
                      <a:gamma/>
                      <a:shade val="54118"/>
                      <a:invGamma/>
                    </a:schemeClr>
                  </a:gs>
                  <a:gs pos="50000">
                    <a:schemeClr val="hlink"/>
                  </a:gs>
                  <a:gs pos="100000">
                    <a:schemeClr val="hlink">
                      <a:gamma/>
                      <a:shade val="54118"/>
                      <a:invGamma/>
                    </a:schemeClr>
                  </a:gs>
                </a:gsLst>
                <a:lin ang="189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38100" algn="ctr">
                    <a:solidFill>
                      <a:schemeClr val="bg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9250" dir="3267739" algn="ctr" rotWithShape="0">
                        <a:srgbClr val="808080">
                          <a:alpha val="50000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77" name="Oval 15"/>
              <p:cNvSpPr>
                <a:spLocks noChangeArrowheads="1"/>
              </p:cNvSpPr>
              <p:nvPr/>
            </p:nvSpPr>
            <p:spPr bwMode="gray">
              <a:xfrm>
                <a:off x="2337" y="1939"/>
                <a:ext cx="1096" cy="1098"/>
              </a:xfrm>
              <a:prstGeom prst="ellipse">
                <a:avLst/>
              </a:prstGeom>
              <a:gradFill rotWithShape="1">
                <a:gsLst>
                  <a:gs pos="0">
                    <a:srgbClr val="FFCC00"/>
                  </a:gs>
                  <a:gs pos="100000">
                    <a:srgbClr val="FFCC00">
                      <a:gamma/>
                      <a:shade val="48627"/>
                      <a:invGamma/>
                    </a:srgbClr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38100" algn="ctr">
                    <a:solidFill>
                      <a:schemeClr val="bg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9250" dir="3267739" algn="ctr" rotWithShape="0">
                        <a:srgbClr val="808080">
                          <a:alpha val="50000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ko-KR" altLang="en-US"/>
              </a:p>
            </p:txBody>
          </p:sp>
        </p:grpSp>
      </p:grpSp>
      <p:grpSp>
        <p:nvGrpSpPr>
          <p:cNvPr id="78" name="그룹 77"/>
          <p:cNvGrpSpPr/>
          <p:nvPr/>
        </p:nvGrpSpPr>
        <p:grpSpPr>
          <a:xfrm>
            <a:off x="779358" y="1632744"/>
            <a:ext cx="2060896" cy="508000"/>
            <a:chOff x="120423" y="1984896"/>
            <a:chExt cx="2060896" cy="508000"/>
          </a:xfrm>
        </p:grpSpPr>
        <p:sp>
          <p:nvSpPr>
            <p:cNvPr id="79" name="AutoShape 6"/>
            <p:cNvSpPr>
              <a:spLocks noChangeArrowheads="1"/>
            </p:cNvSpPr>
            <p:nvPr/>
          </p:nvSpPr>
          <p:spPr bwMode="gray">
            <a:xfrm>
              <a:off x="501424" y="1984896"/>
              <a:ext cx="1679895" cy="50800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B7E7FF">
                    <a:gamma/>
                    <a:tint val="0"/>
                    <a:invGamma/>
                  </a:srgbClr>
                </a:gs>
                <a:gs pos="100000">
                  <a:srgbClr val="B7E7FF"/>
                </a:gs>
              </a:gsLst>
              <a:lin ang="0" scaled="1"/>
            </a:gradFill>
            <a:ln w="28575" algn="ctr">
              <a:solidFill>
                <a:srgbClr val="B2B2B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latinLnBrk="0" hangingPunct="0"/>
              <a:r>
                <a:rPr kumimoji="0" lang="ko-KR" altLang="en-US" b="1" dirty="0" smtClean="0">
                  <a:latin typeface="Arial" charset="0"/>
                </a:rPr>
                <a:t>규모</a:t>
              </a:r>
              <a:r>
                <a:rPr kumimoji="0" lang="en-US" altLang="ko-KR" b="1" dirty="0" smtClean="0">
                  <a:latin typeface="Arial" charset="0"/>
                </a:rPr>
                <a:t>(</a:t>
              </a:r>
              <a:r>
                <a:rPr kumimoji="0" lang="ko-KR" altLang="en-US" b="1" dirty="0" smtClean="0">
                  <a:latin typeface="Arial" charset="0"/>
                </a:rPr>
                <a:t>조원</a:t>
              </a:r>
              <a:r>
                <a:rPr kumimoji="0" lang="en-US" altLang="ko-KR" b="1" dirty="0" smtClean="0">
                  <a:latin typeface="Arial" charset="0"/>
                </a:rPr>
                <a:t>)</a:t>
              </a:r>
              <a:endParaRPr kumimoji="0" lang="en-US" altLang="ko-KR" b="1" dirty="0">
                <a:latin typeface="Arial" charset="0"/>
              </a:endParaRPr>
            </a:p>
          </p:txBody>
        </p:sp>
        <p:grpSp>
          <p:nvGrpSpPr>
            <p:cNvPr id="80" name="Group 23"/>
            <p:cNvGrpSpPr>
              <a:grpSpLocks/>
            </p:cNvGrpSpPr>
            <p:nvPr/>
          </p:nvGrpSpPr>
          <p:grpSpPr bwMode="auto">
            <a:xfrm>
              <a:off x="120423" y="2039888"/>
              <a:ext cx="381000" cy="381000"/>
              <a:chOff x="2078" y="1680"/>
              <a:chExt cx="1615" cy="1615"/>
            </a:xfrm>
          </p:grpSpPr>
          <p:sp>
            <p:nvSpPr>
              <p:cNvPr id="81" name="Oval 24"/>
              <p:cNvSpPr>
                <a:spLocks noChangeArrowheads="1"/>
              </p:cNvSpPr>
              <p:nvPr/>
            </p:nvSpPr>
            <p:spPr bwMode="gray">
              <a:xfrm>
                <a:off x="2078" y="1680"/>
                <a:ext cx="1615" cy="1615"/>
              </a:xfrm>
              <a:prstGeom prst="ellipse">
                <a:avLst/>
              </a:prstGeom>
              <a:gradFill rotWithShape="1">
                <a:gsLst>
                  <a:gs pos="0">
                    <a:srgbClr val="FFFFFF">
                      <a:gamma/>
                      <a:shade val="46275"/>
                      <a:invGamma/>
                    </a:srgbClr>
                  </a:gs>
                  <a:gs pos="50000">
                    <a:srgbClr val="FFFFFF"/>
                  </a:gs>
                  <a:gs pos="100000">
                    <a:srgbClr val="FFFFFF">
                      <a:gamma/>
                      <a:shade val="46275"/>
                      <a:invGamma/>
                    </a:srgbClr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57150" algn="ctr">
                    <a:solidFill>
                      <a:schemeClr val="bg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76200" dir="10800000" kx="-3284103" algn="b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82" name="Oval 25"/>
              <p:cNvSpPr>
                <a:spLocks noChangeArrowheads="1"/>
              </p:cNvSpPr>
              <p:nvPr/>
            </p:nvSpPr>
            <p:spPr bwMode="gray">
              <a:xfrm>
                <a:off x="2170" y="1771"/>
                <a:ext cx="1430" cy="1430"/>
              </a:xfrm>
              <a:prstGeom prst="ellipse">
                <a:avLst/>
              </a:prstGeom>
              <a:gradFill rotWithShape="1">
                <a:gsLst>
                  <a:gs pos="0">
                    <a:srgbClr val="FFFFFF">
                      <a:gamma/>
                      <a:shade val="63529"/>
                      <a:invGamma/>
                    </a:srgbClr>
                  </a:gs>
                  <a:gs pos="50000">
                    <a:srgbClr val="FFFFFF"/>
                  </a:gs>
                  <a:gs pos="100000">
                    <a:srgbClr val="FFFFFF">
                      <a:gamma/>
                      <a:shade val="63529"/>
                      <a:invGamma/>
                    </a:srgbClr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76200" dir="10800000" kx="-3284103" algn="b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83" name="Oval 26"/>
              <p:cNvSpPr>
                <a:spLocks noChangeArrowheads="1"/>
              </p:cNvSpPr>
              <p:nvPr/>
            </p:nvSpPr>
            <p:spPr bwMode="gray">
              <a:xfrm>
                <a:off x="2254" y="1856"/>
                <a:ext cx="1262" cy="1264"/>
              </a:xfrm>
              <a:prstGeom prst="ellipse">
                <a:avLst/>
              </a:prstGeom>
              <a:gradFill rotWithShape="1">
                <a:gsLst>
                  <a:gs pos="0">
                    <a:schemeClr val="hlink">
                      <a:gamma/>
                      <a:tint val="0"/>
                      <a:invGamma/>
                    </a:schemeClr>
                  </a:gs>
                  <a:gs pos="50000">
                    <a:schemeClr val="hlink"/>
                  </a:gs>
                  <a:gs pos="100000">
                    <a:schemeClr val="hlink">
                      <a:gamma/>
                      <a:tint val="0"/>
                      <a:invGamma/>
                    </a:schemeClr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38100" algn="ctr">
                    <a:solidFill>
                      <a:schemeClr val="bg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9250" dir="3267739" algn="ctr" rotWithShape="0">
                        <a:srgbClr val="808080">
                          <a:alpha val="50000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84" name="Oval 27"/>
              <p:cNvSpPr>
                <a:spLocks noChangeArrowheads="1"/>
              </p:cNvSpPr>
              <p:nvPr/>
            </p:nvSpPr>
            <p:spPr bwMode="gray">
              <a:xfrm>
                <a:off x="2254" y="1856"/>
                <a:ext cx="1262" cy="1264"/>
              </a:xfrm>
              <a:prstGeom prst="ellipse">
                <a:avLst/>
              </a:prstGeom>
              <a:gradFill rotWithShape="1">
                <a:gsLst>
                  <a:gs pos="0">
                    <a:srgbClr val="21B3E1"/>
                  </a:gs>
                  <a:gs pos="100000">
                    <a:srgbClr val="21B3E1">
                      <a:gamma/>
                      <a:shade val="46275"/>
                      <a:invGamma/>
                    </a:srgbClr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38100" algn="ctr">
                    <a:solidFill>
                      <a:schemeClr val="bg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9250" dir="3267739" algn="ctr" rotWithShape="0">
                        <a:srgbClr val="808080">
                          <a:alpha val="50000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85" name="Oval 28"/>
              <p:cNvSpPr>
                <a:spLocks noChangeArrowheads="1"/>
              </p:cNvSpPr>
              <p:nvPr/>
            </p:nvSpPr>
            <p:spPr bwMode="gray">
              <a:xfrm>
                <a:off x="2337" y="1939"/>
                <a:ext cx="1096" cy="1098"/>
              </a:xfrm>
              <a:prstGeom prst="ellipse">
                <a:avLst/>
              </a:prstGeom>
              <a:gradFill rotWithShape="1">
                <a:gsLst>
                  <a:gs pos="0">
                    <a:schemeClr val="hlink">
                      <a:gamma/>
                      <a:shade val="54118"/>
                      <a:invGamma/>
                    </a:schemeClr>
                  </a:gs>
                  <a:gs pos="50000">
                    <a:schemeClr val="hlink"/>
                  </a:gs>
                  <a:gs pos="100000">
                    <a:schemeClr val="hlink">
                      <a:gamma/>
                      <a:shade val="54118"/>
                      <a:invGamma/>
                    </a:schemeClr>
                  </a:gs>
                </a:gsLst>
                <a:lin ang="189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38100" algn="ctr">
                    <a:solidFill>
                      <a:schemeClr val="bg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9250" dir="3267739" algn="ctr" rotWithShape="0">
                        <a:srgbClr val="808080">
                          <a:alpha val="50000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86" name="Oval 29"/>
              <p:cNvSpPr>
                <a:spLocks noChangeArrowheads="1"/>
              </p:cNvSpPr>
              <p:nvPr/>
            </p:nvSpPr>
            <p:spPr bwMode="gray">
              <a:xfrm>
                <a:off x="2337" y="1939"/>
                <a:ext cx="1096" cy="1098"/>
              </a:xfrm>
              <a:prstGeom prst="ellipse">
                <a:avLst/>
              </a:prstGeom>
              <a:gradFill rotWithShape="1">
                <a:gsLst>
                  <a:gs pos="0">
                    <a:srgbClr val="FF0000"/>
                  </a:gs>
                  <a:gs pos="100000">
                    <a:srgbClr val="21B3E1">
                      <a:gamma/>
                      <a:shade val="48627"/>
                      <a:invGamma/>
                    </a:srgbClr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38100" algn="ctr">
                    <a:solidFill>
                      <a:schemeClr val="bg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9250" dir="3267739" algn="ctr" rotWithShape="0">
                        <a:srgbClr val="808080">
                          <a:alpha val="50000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ko-KR" altLang="en-US"/>
              </a:p>
            </p:txBody>
          </p:sp>
        </p:grpSp>
      </p:grpSp>
      <p:sp>
        <p:nvSpPr>
          <p:cNvPr id="87" name="직사각형 86"/>
          <p:cNvSpPr/>
          <p:nvPr/>
        </p:nvSpPr>
        <p:spPr>
          <a:xfrm>
            <a:off x="8715404" y="6429396"/>
            <a:ext cx="428628" cy="428628"/>
          </a:xfrm>
          <a:prstGeom prst="rect">
            <a:avLst/>
          </a:prstGeom>
          <a:gradFill>
            <a:gsLst>
              <a:gs pos="0">
                <a:schemeClr val="accent6">
                  <a:shade val="51000"/>
                  <a:satMod val="130000"/>
                  <a:alpha val="0"/>
                </a:schemeClr>
              </a:gs>
              <a:gs pos="80000">
                <a:schemeClr val="accent6">
                  <a:shade val="93000"/>
                  <a:satMod val="130000"/>
                </a:schemeClr>
              </a:gs>
              <a:gs pos="100000">
                <a:schemeClr val="accent6">
                  <a:shade val="94000"/>
                  <a:satMod val="135000"/>
                </a:schemeClr>
              </a:gs>
            </a:gsLst>
            <a:lin ang="3600000" scaled="0"/>
          </a:gra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5000"/>
              </a:lnSpc>
              <a:defRPr/>
            </a:pPr>
            <a:r>
              <a:rPr lang="en-US" altLang="ko-KR" b="1" spc="-150" dirty="0" smtClean="0">
                <a:solidFill>
                  <a:srgbClr val="000000"/>
                </a:solidFill>
              </a:rPr>
              <a:t>48</a:t>
            </a:r>
            <a:endParaRPr lang="ko-KR" altLang="en-US" b="1" spc="-15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5972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6"/>
          <p:cNvGrpSpPr>
            <a:grpSpLocks/>
          </p:cNvGrpSpPr>
          <p:nvPr/>
        </p:nvGrpSpPr>
        <p:grpSpPr bwMode="auto">
          <a:xfrm>
            <a:off x="1331913" y="2132856"/>
            <a:ext cx="6481762" cy="792332"/>
            <a:chOff x="839" y="2478"/>
            <a:chExt cx="4083" cy="544"/>
          </a:xfrm>
        </p:grpSpPr>
        <p:sp>
          <p:nvSpPr>
            <p:cNvPr id="3" name="AutoShape 21"/>
            <p:cNvSpPr>
              <a:spLocks noChangeArrowheads="1"/>
            </p:cNvSpPr>
            <p:nvPr/>
          </p:nvSpPr>
          <p:spPr bwMode="auto">
            <a:xfrm>
              <a:off x="839" y="2478"/>
              <a:ext cx="4083" cy="544"/>
            </a:xfrm>
            <a:prstGeom prst="roundRect">
              <a:avLst>
                <a:gd name="adj" fmla="val 4981"/>
              </a:avLst>
            </a:prstGeom>
            <a:gradFill rotWithShape="1">
              <a:gsLst>
                <a:gs pos="0">
                  <a:srgbClr val="148FBA"/>
                </a:gs>
                <a:gs pos="50000">
                  <a:srgbClr val="5ECEE8"/>
                </a:gs>
                <a:gs pos="100000">
                  <a:srgbClr val="148FBA"/>
                </a:gs>
              </a:gsLst>
              <a:lin ang="5400000" scaled="1"/>
            </a:gradFill>
            <a:ln>
              <a:noFill/>
            </a:ln>
            <a:effectLst>
              <a:prstShdw prst="shdw17" dist="17961" dir="2700000">
                <a:srgbClr val="387C8B"/>
              </a:prstShdw>
            </a:effectLst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1428" tIns="45714" rIns="91428" bIns="45714" anchor="ctr"/>
            <a:lstStyle/>
            <a:p>
              <a:pPr algn="ctr">
                <a:lnSpc>
                  <a:spcPct val="140000"/>
                </a:lnSpc>
                <a:buClr>
                  <a:schemeClr val="bg2"/>
                </a:buClr>
                <a:buFont typeface="Wingdings" pitchFamily="2" charset="2"/>
                <a:buNone/>
              </a:pPr>
              <a:endParaRPr lang="ko-KR" altLang="ko-KR" sz="1400">
                <a:solidFill>
                  <a:schemeClr val="bg2"/>
                </a:solidFill>
                <a:latin typeface="Arial Narrow" pitchFamily="34" charset="0"/>
                <a:ea typeface="HY견고딕" pitchFamily="18" charset="-127"/>
              </a:endParaRPr>
            </a:p>
          </p:txBody>
        </p:sp>
        <p:sp>
          <p:nvSpPr>
            <p:cNvPr id="4" name="AutoShape 22"/>
            <p:cNvSpPr>
              <a:spLocks noChangeArrowheads="1"/>
            </p:cNvSpPr>
            <p:nvPr/>
          </p:nvSpPr>
          <p:spPr bwMode="auto">
            <a:xfrm>
              <a:off x="875" y="2518"/>
              <a:ext cx="4001" cy="459"/>
            </a:xfrm>
            <a:prstGeom prst="roundRect">
              <a:avLst>
                <a:gd name="adj" fmla="val 3347"/>
              </a:avLst>
            </a:prstGeom>
            <a:solidFill>
              <a:srgbClr val="F8F8F8"/>
            </a:solidFill>
            <a:ln w="12700" algn="ctr">
              <a:solidFill>
                <a:srgbClr val="C0C0C0"/>
              </a:solidFill>
              <a:round/>
              <a:headEnd/>
              <a:tailEnd/>
            </a:ln>
          </p:spPr>
          <p:txBody>
            <a:bodyPr wrap="none" lIns="91428" tIns="45714" rIns="91428" bIns="45714" anchor="ctr"/>
            <a:lstStyle/>
            <a:p>
              <a:endParaRPr lang="ko-KR" altLang="en-US" sz="2400"/>
            </a:p>
          </p:txBody>
        </p:sp>
        <p:sp>
          <p:nvSpPr>
            <p:cNvPr id="5" name="Rectangle 8"/>
            <p:cNvSpPr>
              <a:spLocks noChangeArrowheads="1"/>
            </p:cNvSpPr>
            <p:nvPr/>
          </p:nvSpPr>
          <p:spPr bwMode="auto">
            <a:xfrm>
              <a:off x="975" y="2602"/>
              <a:ext cx="340" cy="322"/>
            </a:xfrm>
            <a:prstGeom prst="rect">
              <a:avLst/>
            </a:prstGeom>
            <a:solidFill>
              <a:srgbClr val="006699"/>
            </a:solidFill>
            <a:ln w="28575">
              <a:solidFill>
                <a:srgbClr val="99CCFF"/>
              </a:solidFill>
              <a:miter lim="800000"/>
              <a:headEnd/>
              <a:tailEnd/>
            </a:ln>
            <a:effectLst/>
          </p:spPr>
          <p:txBody>
            <a:bodyPr wrap="none" lIns="89988" tIns="46794" rIns="89988" bIns="46794" anchor="ctr"/>
            <a:lstStyle/>
            <a:p>
              <a:pPr algn="ctr">
                <a:lnSpc>
                  <a:spcPct val="80000"/>
                </a:lnSpc>
                <a:defRPr/>
              </a:pPr>
              <a:r>
                <a:rPr lang="en-US" altLang="ko-KR" sz="3200" b="1" dirty="0">
                  <a:solidFill>
                    <a:srgbClr val="EDFFCD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HY견명조" pitchFamily="18" charset="-127"/>
                  <a:ea typeface="HY견명조" pitchFamily="18" charset="-127"/>
                  <a:cs typeface="Arial" pitchFamily="34" charset="0"/>
                </a:rPr>
                <a:t>Ⅲ</a:t>
              </a:r>
            </a:p>
          </p:txBody>
        </p:sp>
        <p:sp>
          <p:nvSpPr>
            <p:cNvPr id="6" name="Rectangle 9"/>
            <p:cNvSpPr>
              <a:spLocks noChangeArrowheads="1"/>
            </p:cNvSpPr>
            <p:nvPr/>
          </p:nvSpPr>
          <p:spPr bwMode="auto">
            <a:xfrm>
              <a:off x="1338" y="2612"/>
              <a:ext cx="2586" cy="288"/>
            </a:xfrm>
            <a:prstGeom prst="rect">
              <a:avLst/>
            </a:prstGeom>
            <a:noFill/>
            <a:ln>
              <a:noFill/>
            </a:ln>
            <a:effectLst>
              <a:outerShdw dist="28398" dir="1593903" algn="ctr" rotWithShape="0">
                <a:srgbClr val="FFFFFF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97974" tIns="46794" rIns="197974" bIns="46794" anchor="ctr"/>
            <a:lstStyle/>
            <a:p>
              <a:r>
                <a:rPr lang="ko-KR" altLang="en-US" sz="2400" dirty="0" err="1" smtClean="0">
                  <a:solidFill>
                    <a:srgbClr val="003399"/>
                  </a:solidFill>
                  <a:latin typeface="HY견고딕" pitchFamily="18" charset="-127"/>
                  <a:ea typeface="HY견고딕" pitchFamily="18" charset="-127"/>
                </a:rPr>
                <a:t>타부서</a:t>
              </a:r>
              <a:r>
                <a:rPr lang="ko-KR" altLang="en-US" sz="2400" dirty="0" smtClean="0">
                  <a:solidFill>
                    <a:srgbClr val="003399"/>
                  </a:solidFill>
                  <a:latin typeface="HY견고딕" pitchFamily="18" charset="-127"/>
                  <a:ea typeface="HY견고딕" pitchFamily="18" charset="-127"/>
                </a:rPr>
                <a:t> 연계성 복잡화</a:t>
              </a:r>
              <a:endParaRPr lang="ko-KR" altLang="en-US" sz="2400" dirty="0">
                <a:solidFill>
                  <a:srgbClr val="003399"/>
                </a:solidFill>
                <a:latin typeface="HY견고딕" pitchFamily="18" charset="-127"/>
                <a:ea typeface="HY견고딕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95418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4"/>
          <p:cNvPicPr>
            <a:picLocks noChangeAspect="1" noChangeArrowheads="1"/>
          </p:cNvPicPr>
          <p:nvPr/>
        </p:nvPicPr>
        <p:blipFill>
          <a:blip r:embed="rId3" cstate="print">
            <a:duotone>
              <a:prstClr val="black"/>
              <a:schemeClr val="accent5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1116215" y="234727"/>
            <a:ext cx="6905625" cy="962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 bwMode="auto">
          <a:xfrm>
            <a:off x="1032555" y="450751"/>
            <a:ext cx="6929454" cy="507831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2921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2700" b="1" spc="-150" dirty="0" smtClean="0">
                <a:ln>
                  <a:solidFill>
                    <a:schemeClr val="bg1">
                      <a:lumMod val="85000"/>
                    </a:schemeClr>
                  </a:solidFill>
                  <a:prstDash val="solid"/>
                </a:ln>
                <a:gradFill rotWithShape="1">
                  <a:gsLst>
                    <a:gs pos="0">
                      <a:schemeClr val="bg1">
                        <a:lumMod val="85000"/>
                      </a:schemeClr>
                    </a:gs>
                    <a:gs pos="40000">
                      <a:schemeClr val="bg1"/>
                    </a:gs>
                    <a:gs pos="50000">
                      <a:schemeClr val="bg1">
                        <a:lumMod val="65000"/>
                      </a:schemeClr>
                    </a:gs>
                    <a:gs pos="6800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5400000"/>
                </a:gradFill>
                <a:effectLst>
                  <a:outerShdw blurRad="50800" dist="38100" dir="5040000" algn="tl">
                    <a:schemeClr val="tx1">
                      <a:alpha val="70000"/>
                    </a:scheme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예</a:t>
            </a:r>
            <a:r>
              <a:rPr kumimoji="0" lang="ko-KR" altLang="en-US" sz="2700" b="1" spc="-150" dirty="0">
                <a:ln>
                  <a:solidFill>
                    <a:schemeClr val="bg1">
                      <a:lumMod val="85000"/>
                    </a:schemeClr>
                  </a:solidFill>
                  <a:prstDash val="solid"/>
                </a:ln>
                <a:gradFill rotWithShape="1">
                  <a:gsLst>
                    <a:gs pos="0">
                      <a:schemeClr val="bg1">
                        <a:lumMod val="85000"/>
                      </a:schemeClr>
                    </a:gs>
                    <a:gs pos="40000">
                      <a:schemeClr val="bg1"/>
                    </a:gs>
                    <a:gs pos="50000">
                      <a:schemeClr val="bg1">
                        <a:lumMod val="65000"/>
                      </a:schemeClr>
                    </a:gs>
                    <a:gs pos="6800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5400000"/>
                </a:gradFill>
                <a:effectLst>
                  <a:outerShdw blurRad="50800" dist="38100" dir="5040000" algn="tl">
                    <a:schemeClr val="tx1">
                      <a:alpha val="70000"/>
                    </a:scheme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산</a:t>
            </a:r>
            <a:r>
              <a:rPr kumimoji="0" lang="ko-KR" altLang="en-US" sz="2700" b="1" spc="-150" dirty="0" smtClean="0">
                <a:ln>
                  <a:solidFill>
                    <a:schemeClr val="bg1">
                      <a:lumMod val="85000"/>
                    </a:schemeClr>
                  </a:solidFill>
                  <a:prstDash val="solid"/>
                </a:ln>
                <a:gradFill rotWithShape="1">
                  <a:gsLst>
                    <a:gs pos="0">
                      <a:schemeClr val="bg1">
                        <a:lumMod val="85000"/>
                      </a:schemeClr>
                    </a:gs>
                    <a:gs pos="40000">
                      <a:schemeClr val="bg1"/>
                    </a:gs>
                    <a:gs pos="50000">
                      <a:schemeClr val="bg1">
                        <a:lumMod val="65000"/>
                      </a:schemeClr>
                    </a:gs>
                    <a:gs pos="6800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5400000"/>
                </a:gradFill>
                <a:effectLst>
                  <a:outerShdw blurRad="50800" dist="38100" dir="5040000" algn="tl">
                    <a:schemeClr val="tx1">
                      <a:alpha val="70000"/>
                    </a:scheme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 </a:t>
            </a:r>
            <a:r>
              <a:rPr kumimoji="0" lang="ko-KR" altLang="en-US" sz="2700" b="1" spc="-150" dirty="0">
                <a:ln>
                  <a:solidFill>
                    <a:schemeClr val="bg1">
                      <a:lumMod val="85000"/>
                    </a:schemeClr>
                  </a:solidFill>
                  <a:prstDash val="solid"/>
                </a:ln>
                <a:gradFill rotWithShape="1">
                  <a:gsLst>
                    <a:gs pos="0">
                      <a:schemeClr val="bg1">
                        <a:lumMod val="85000"/>
                      </a:schemeClr>
                    </a:gs>
                    <a:gs pos="40000">
                      <a:schemeClr val="bg1"/>
                    </a:gs>
                    <a:gs pos="50000">
                      <a:schemeClr val="bg1">
                        <a:lumMod val="65000"/>
                      </a:schemeClr>
                    </a:gs>
                    <a:gs pos="6800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5400000"/>
                </a:gradFill>
                <a:effectLst>
                  <a:outerShdw blurRad="50800" dist="38100" dir="5040000" algn="tl">
                    <a:schemeClr val="tx1">
                      <a:alpha val="70000"/>
                    </a:scheme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부서와 타 부서 연계</a:t>
            </a:r>
            <a:endParaRPr kumimoji="0" lang="ko-KR" altLang="en-US" sz="2700" b="1" spc="-150" dirty="0">
              <a:ln>
                <a:solidFill>
                  <a:schemeClr val="bg1">
                    <a:lumMod val="85000"/>
                  </a:schemeClr>
                </a:solidFill>
                <a:prstDash val="solid"/>
              </a:ln>
              <a:gradFill rotWithShape="1">
                <a:gsLst>
                  <a:gs pos="0">
                    <a:schemeClr val="bg1">
                      <a:lumMod val="85000"/>
                    </a:schemeClr>
                  </a:gs>
                  <a:gs pos="40000">
                    <a:schemeClr val="bg1"/>
                  </a:gs>
                  <a:gs pos="50000">
                    <a:schemeClr val="bg1">
                      <a:lumMod val="65000"/>
                    </a:schemeClr>
                  </a:gs>
                  <a:gs pos="6800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5400000"/>
              </a:gradFill>
              <a:effectLst>
                <a:outerShdw blurRad="50800" dist="38100" dir="5040000" algn="tl">
                  <a:schemeClr val="tx1">
                    <a:alpha val="70000"/>
                  </a:schemeClr>
                </a:outerShdw>
              </a:effectLst>
              <a:ea typeface="HY헤드라인M" pitchFamily="18" charset="-127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8715404" y="6429396"/>
            <a:ext cx="428628" cy="428628"/>
          </a:xfrm>
          <a:prstGeom prst="rect">
            <a:avLst/>
          </a:prstGeom>
          <a:gradFill>
            <a:gsLst>
              <a:gs pos="0">
                <a:schemeClr val="accent6">
                  <a:shade val="51000"/>
                  <a:satMod val="130000"/>
                  <a:alpha val="0"/>
                </a:schemeClr>
              </a:gs>
              <a:gs pos="80000">
                <a:schemeClr val="accent6">
                  <a:shade val="93000"/>
                  <a:satMod val="130000"/>
                </a:schemeClr>
              </a:gs>
              <a:gs pos="100000">
                <a:schemeClr val="accent6">
                  <a:shade val="94000"/>
                  <a:satMod val="135000"/>
                </a:schemeClr>
              </a:gs>
            </a:gsLst>
            <a:lin ang="3600000" scaled="0"/>
          </a:gra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5000"/>
              </a:lnSpc>
              <a:defRPr/>
            </a:pPr>
            <a:r>
              <a:rPr lang="en-US" altLang="ko-KR" b="1" spc="-150" dirty="0" smtClean="0">
                <a:solidFill>
                  <a:srgbClr val="000000"/>
                </a:solidFill>
              </a:rPr>
              <a:t>30</a:t>
            </a:r>
            <a:endParaRPr lang="ko-KR" altLang="en-US" b="1" spc="-150" dirty="0">
              <a:solidFill>
                <a:srgbClr val="000000"/>
              </a:solidFill>
            </a:endParaRPr>
          </a:p>
        </p:txBody>
      </p:sp>
      <p:sp>
        <p:nvSpPr>
          <p:cNvPr id="107" name="Line 79"/>
          <p:cNvSpPr>
            <a:spLocks noChangeShapeType="1"/>
          </p:cNvSpPr>
          <p:nvPr/>
        </p:nvSpPr>
        <p:spPr bwMode="auto">
          <a:xfrm>
            <a:off x="395536" y="6811193"/>
            <a:ext cx="8257927" cy="0"/>
          </a:xfrm>
          <a:prstGeom prst="line">
            <a:avLst/>
          </a:prstGeom>
          <a:noFill/>
          <a:ln w="9525">
            <a:solidFill>
              <a:srgbClr val="808080"/>
            </a:solidFill>
            <a:round/>
            <a:headEnd/>
            <a:tailEnd/>
          </a:ln>
          <a:effectLst/>
        </p:spPr>
        <p:txBody>
          <a:bodyPr/>
          <a:lstStyle/>
          <a:p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973" y="1340768"/>
            <a:ext cx="7466102" cy="5184576"/>
          </a:xfrm>
          <a:prstGeom prst="rect">
            <a:avLst/>
          </a:prstGeom>
        </p:spPr>
      </p:pic>
      <p:sp>
        <p:nvSpPr>
          <p:cNvPr id="8" name="포인트가 24개인 별 7"/>
          <p:cNvSpPr/>
          <p:nvPr/>
        </p:nvSpPr>
        <p:spPr bwMode="auto">
          <a:xfrm>
            <a:off x="8011390" y="1566208"/>
            <a:ext cx="723054" cy="720080"/>
          </a:xfrm>
          <a:prstGeom prst="star24">
            <a:avLst/>
          </a:prstGeom>
          <a:solidFill>
            <a:srgbClr val="FF0000"/>
          </a:solidFill>
          <a:ln>
            <a:noFill/>
          </a:ln>
          <a:effectLst/>
          <a:extLst/>
        </p:spPr>
        <p:txBody>
          <a:bodyPr wrap="none" rtlCol="0" anchor="ctr"/>
          <a:lstStyle/>
          <a:p>
            <a:pPr algn="ctr"/>
            <a:r>
              <a:rPr lang="ko-KR" altLang="en-US" sz="1000" b="1" dirty="0" smtClean="0"/>
              <a:t>연구방향</a:t>
            </a:r>
            <a:endParaRPr lang="en-US" altLang="ko-KR" sz="1000" b="1" dirty="0" smtClean="0"/>
          </a:p>
          <a:p>
            <a:pPr algn="ctr"/>
            <a:r>
              <a:rPr lang="ko-KR" altLang="en-US" sz="1000" b="1" dirty="0" smtClean="0"/>
              <a:t>분석협</a:t>
            </a:r>
            <a:r>
              <a:rPr lang="ko-KR" altLang="en-US" sz="1000" b="1" dirty="0"/>
              <a:t>의</a:t>
            </a:r>
            <a:endParaRPr lang="ko-KR" altLang="en-US" sz="1000" b="1" dirty="0" smtClean="0"/>
          </a:p>
        </p:txBody>
      </p:sp>
    </p:spTree>
    <p:extLst>
      <p:ext uri="{BB962C8B-B14F-4D97-AF65-F5344CB8AC3E}">
        <p14:creationId xmlns:p14="http://schemas.microsoft.com/office/powerpoint/2010/main" val="751101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4"/>
          <p:cNvPicPr>
            <a:picLocks noChangeAspect="1" noChangeArrowheads="1"/>
          </p:cNvPicPr>
          <p:nvPr/>
        </p:nvPicPr>
        <p:blipFill>
          <a:blip r:embed="rId3" cstate="print">
            <a:duotone>
              <a:prstClr val="black"/>
              <a:schemeClr val="accent5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1116215" y="234727"/>
            <a:ext cx="6905625" cy="962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 bwMode="auto">
          <a:xfrm>
            <a:off x="1032555" y="450751"/>
            <a:ext cx="6929454" cy="507831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2921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2700" b="1" spc="-150" dirty="0" smtClean="0">
                <a:ln>
                  <a:solidFill>
                    <a:schemeClr val="bg1">
                      <a:lumMod val="85000"/>
                    </a:schemeClr>
                  </a:solidFill>
                  <a:prstDash val="solid"/>
                </a:ln>
                <a:gradFill rotWithShape="1">
                  <a:gsLst>
                    <a:gs pos="0">
                      <a:schemeClr val="bg1">
                        <a:lumMod val="85000"/>
                      </a:schemeClr>
                    </a:gs>
                    <a:gs pos="40000">
                      <a:schemeClr val="bg1"/>
                    </a:gs>
                    <a:gs pos="50000">
                      <a:schemeClr val="bg1">
                        <a:lumMod val="65000"/>
                      </a:schemeClr>
                    </a:gs>
                    <a:gs pos="6800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5400000"/>
                </a:gradFill>
                <a:effectLst>
                  <a:outerShdw blurRad="50800" dist="38100" dir="5040000" algn="tl">
                    <a:schemeClr val="tx1">
                      <a:alpha val="70000"/>
                    </a:scheme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외부 기관과의 </a:t>
            </a:r>
            <a:r>
              <a:rPr kumimoji="0" lang="ko-KR" altLang="en-US" sz="2700" b="1" spc="-150" dirty="0">
                <a:ln>
                  <a:solidFill>
                    <a:schemeClr val="bg1">
                      <a:lumMod val="85000"/>
                    </a:schemeClr>
                  </a:solidFill>
                  <a:prstDash val="solid"/>
                </a:ln>
                <a:gradFill rotWithShape="1">
                  <a:gsLst>
                    <a:gs pos="0">
                      <a:schemeClr val="bg1">
                        <a:lumMod val="85000"/>
                      </a:schemeClr>
                    </a:gs>
                    <a:gs pos="40000">
                      <a:schemeClr val="bg1"/>
                    </a:gs>
                    <a:gs pos="50000">
                      <a:schemeClr val="bg1">
                        <a:lumMod val="65000"/>
                      </a:schemeClr>
                    </a:gs>
                    <a:gs pos="6800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5400000"/>
                </a:gradFill>
                <a:effectLst>
                  <a:outerShdw blurRad="50800" dist="38100" dir="5040000" algn="tl">
                    <a:schemeClr val="tx1">
                      <a:alpha val="70000"/>
                    </a:scheme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연계</a:t>
            </a:r>
            <a:endParaRPr kumimoji="0" lang="ko-KR" altLang="en-US" sz="2700" b="1" spc="-150" dirty="0">
              <a:ln>
                <a:solidFill>
                  <a:schemeClr val="bg1">
                    <a:lumMod val="85000"/>
                  </a:schemeClr>
                </a:solidFill>
                <a:prstDash val="solid"/>
              </a:ln>
              <a:gradFill rotWithShape="1">
                <a:gsLst>
                  <a:gs pos="0">
                    <a:schemeClr val="bg1">
                      <a:lumMod val="85000"/>
                    </a:schemeClr>
                  </a:gs>
                  <a:gs pos="40000">
                    <a:schemeClr val="bg1"/>
                  </a:gs>
                  <a:gs pos="50000">
                    <a:schemeClr val="bg1">
                      <a:lumMod val="65000"/>
                    </a:schemeClr>
                  </a:gs>
                  <a:gs pos="6800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5400000"/>
              </a:gradFill>
              <a:effectLst>
                <a:outerShdw blurRad="50800" dist="38100" dir="5040000" algn="tl">
                  <a:schemeClr val="tx1">
                    <a:alpha val="70000"/>
                  </a:schemeClr>
                </a:outerShdw>
              </a:effectLst>
              <a:ea typeface="HY헤드라인M" pitchFamily="18" charset="-127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8715404" y="6429396"/>
            <a:ext cx="428628" cy="428628"/>
          </a:xfrm>
          <a:prstGeom prst="rect">
            <a:avLst/>
          </a:prstGeom>
          <a:gradFill>
            <a:gsLst>
              <a:gs pos="0">
                <a:schemeClr val="accent6">
                  <a:shade val="51000"/>
                  <a:satMod val="130000"/>
                  <a:alpha val="0"/>
                </a:schemeClr>
              </a:gs>
              <a:gs pos="80000">
                <a:schemeClr val="accent6">
                  <a:shade val="93000"/>
                  <a:satMod val="130000"/>
                </a:schemeClr>
              </a:gs>
              <a:gs pos="100000">
                <a:schemeClr val="accent6">
                  <a:shade val="94000"/>
                  <a:satMod val="135000"/>
                </a:schemeClr>
              </a:gs>
            </a:gsLst>
            <a:lin ang="3600000" scaled="0"/>
          </a:gra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5000"/>
              </a:lnSpc>
              <a:defRPr/>
            </a:pPr>
            <a:r>
              <a:rPr lang="en-US" altLang="ko-KR" b="1" spc="-150" dirty="0" smtClean="0">
                <a:solidFill>
                  <a:srgbClr val="000000"/>
                </a:solidFill>
              </a:rPr>
              <a:t>28</a:t>
            </a:r>
            <a:endParaRPr lang="ko-KR" altLang="en-US" b="1" spc="-150" dirty="0">
              <a:solidFill>
                <a:srgbClr val="000000"/>
              </a:solidFill>
            </a:endParaRPr>
          </a:p>
        </p:txBody>
      </p:sp>
      <p:sp>
        <p:nvSpPr>
          <p:cNvPr id="30" name="AutoShape 40"/>
          <p:cNvSpPr>
            <a:spLocks noChangeArrowheads="1"/>
          </p:cNvSpPr>
          <p:nvPr/>
        </p:nvSpPr>
        <p:spPr bwMode="auto">
          <a:xfrm>
            <a:off x="1823216" y="1788589"/>
            <a:ext cx="7320816" cy="4417897"/>
          </a:xfrm>
          <a:prstGeom prst="roundRect">
            <a:avLst>
              <a:gd name="adj" fmla="val 4639"/>
            </a:avLst>
          </a:prstGeom>
          <a:gradFill rotWithShape="1">
            <a:gsLst>
              <a:gs pos="0">
                <a:srgbClr val="DDE6B8">
                  <a:alpha val="50000"/>
                </a:srgbClr>
              </a:gs>
              <a:gs pos="100000">
                <a:srgbClr val="DDE6B8">
                  <a:gamma/>
                  <a:tint val="28627"/>
                  <a:invGamma/>
                  <a:alpha val="49001"/>
                </a:srgbClr>
              </a:gs>
            </a:gsLst>
            <a:lin ang="5400000" scaled="1"/>
          </a:gradFill>
          <a:ln w="28575" cap="rnd">
            <a:solidFill>
              <a:srgbClr val="666633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 dirty="0"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1764385" y="1412776"/>
            <a:ext cx="1187160" cy="462065"/>
          </a:xfrm>
          <a:prstGeom prst="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300" dirty="0" smtClean="0">
                <a:solidFill>
                  <a:prstClr val="white"/>
                </a:solidFill>
                <a:latin typeface="맑은 고딕"/>
                <a:ea typeface="맑은 고딕"/>
              </a:rPr>
              <a:t>1-3</a:t>
            </a:r>
            <a:r>
              <a:rPr lang="ko-KR" altLang="en-US" sz="1300" dirty="0" smtClean="0">
                <a:solidFill>
                  <a:prstClr val="white"/>
                </a:solidFill>
                <a:latin typeface="맑은 고딕"/>
                <a:ea typeface="맑은 고딕"/>
              </a:rPr>
              <a:t>월</a:t>
            </a:r>
            <a:endParaRPr kumimoji="1" lang="ko-KR" altLang="en-US" sz="13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3279623" y="1412776"/>
            <a:ext cx="1187160" cy="462065"/>
          </a:xfrm>
          <a:prstGeom prst="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300" dirty="0" smtClean="0">
                <a:solidFill>
                  <a:prstClr val="white"/>
                </a:solidFill>
                <a:latin typeface="맑은 고딕"/>
                <a:ea typeface="맑은 고딕"/>
              </a:rPr>
              <a:t>4-6</a:t>
            </a:r>
            <a:r>
              <a:rPr lang="ko-KR" altLang="en-US" sz="1300" dirty="0" smtClean="0">
                <a:solidFill>
                  <a:prstClr val="white"/>
                </a:solidFill>
                <a:latin typeface="맑은 고딕"/>
                <a:ea typeface="맑은 고딕"/>
              </a:rPr>
              <a:t>월</a:t>
            </a:r>
            <a:endParaRPr kumimoji="1" lang="ko-KR" altLang="en-US" sz="13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4794861" y="1412776"/>
            <a:ext cx="1187160" cy="462065"/>
          </a:xfrm>
          <a:prstGeom prst="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300" dirty="0" smtClean="0">
                <a:solidFill>
                  <a:prstClr val="white"/>
                </a:solidFill>
                <a:latin typeface="맑은 고딕"/>
                <a:ea typeface="맑은 고딕"/>
              </a:rPr>
              <a:t>7-9</a:t>
            </a:r>
            <a:r>
              <a:rPr lang="ko-KR" altLang="en-US" sz="1300" dirty="0" smtClean="0">
                <a:solidFill>
                  <a:prstClr val="white"/>
                </a:solidFill>
                <a:latin typeface="맑은 고딕"/>
                <a:ea typeface="맑은 고딕"/>
              </a:rPr>
              <a:t>월</a:t>
            </a:r>
            <a:endParaRPr kumimoji="1" lang="ko-KR" altLang="en-US" sz="13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6310099" y="1412776"/>
            <a:ext cx="1187160" cy="462065"/>
          </a:xfrm>
          <a:prstGeom prst="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300" dirty="0" smtClean="0">
                <a:solidFill>
                  <a:prstClr val="white"/>
                </a:solidFill>
                <a:latin typeface="맑은 고딕"/>
                <a:ea typeface="맑은 고딕"/>
              </a:rPr>
              <a:t>10-11</a:t>
            </a:r>
            <a:r>
              <a:rPr lang="ko-KR" altLang="en-US" sz="1300" dirty="0" smtClean="0">
                <a:solidFill>
                  <a:prstClr val="white"/>
                </a:solidFill>
                <a:latin typeface="맑은 고딕"/>
                <a:ea typeface="맑은 고딕"/>
              </a:rPr>
              <a:t>월</a:t>
            </a:r>
            <a:endParaRPr kumimoji="1" lang="en-US" altLang="ko-KR" sz="13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35" name="모서리가 둥근 직사각형 34"/>
          <p:cNvSpPr/>
          <p:nvPr/>
        </p:nvSpPr>
        <p:spPr>
          <a:xfrm>
            <a:off x="2108153" y="3049412"/>
            <a:ext cx="1171470" cy="382339"/>
          </a:xfrm>
          <a:prstGeom prst="roundRect">
            <a:avLst/>
          </a:prstGeom>
          <a:solidFill>
            <a:srgbClr val="7BA5BE">
              <a:lumMod val="50000"/>
            </a:srgbClr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100" dirty="0" smtClean="0">
                <a:solidFill>
                  <a:prstClr val="white"/>
                </a:solidFill>
                <a:latin typeface="맑은 고딕"/>
                <a:ea typeface="맑은 고딕"/>
              </a:rPr>
              <a:t>예산요구서</a:t>
            </a:r>
            <a:endParaRPr lang="en-US" altLang="ko-KR" sz="1100" dirty="0" smtClean="0">
              <a:solidFill>
                <a:prstClr val="white"/>
              </a:solidFill>
              <a:latin typeface="맑은 고딕"/>
              <a:ea typeface="맑은 고딕"/>
            </a:endParaRPr>
          </a:p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작성방향 안내</a:t>
            </a:r>
            <a:endParaRPr kumimoji="1" lang="en-US" altLang="ko-KR" sz="1100" b="1" i="0" u="none" strike="noStrike" kern="120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7825335" y="1412776"/>
            <a:ext cx="1187160" cy="462065"/>
          </a:xfrm>
          <a:prstGeom prst="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300" dirty="0" smtClean="0">
                <a:solidFill>
                  <a:prstClr val="white"/>
                </a:solidFill>
                <a:latin typeface="맑은 고딕"/>
                <a:ea typeface="맑은 고딕"/>
              </a:rPr>
              <a:t>12</a:t>
            </a:r>
            <a:r>
              <a:rPr lang="ko-KR" altLang="en-US" sz="1300" dirty="0" smtClean="0">
                <a:solidFill>
                  <a:prstClr val="white"/>
                </a:solidFill>
                <a:latin typeface="맑은 고딕"/>
                <a:ea typeface="맑은 고딕"/>
              </a:rPr>
              <a:t>월</a:t>
            </a:r>
            <a:endParaRPr kumimoji="1" lang="en-US" altLang="ko-KR" sz="13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38" name="모서리가 둥근 직사각형 37"/>
          <p:cNvSpPr/>
          <p:nvPr/>
        </p:nvSpPr>
        <p:spPr>
          <a:xfrm>
            <a:off x="3328502" y="2789435"/>
            <a:ext cx="1075330" cy="382339"/>
          </a:xfrm>
          <a:prstGeom prst="roundRect">
            <a:avLst/>
          </a:prstGeom>
          <a:solidFill>
            <a:srgbClr val="7BA5BE">
              <a:lumMod val="50000"/>
            </a:srgbClr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100" dirty="0" smtClean="0">
                <a:solidFill>
                  <a:prstClr val="white"/>
                </a:solidFill>
                <a:latin typeface="맑은 고딕"/>
                <a:ea typeface="맑은 고딕"/>
              </a:rPr>
              <a:t>예산안 사전검토 및 협의</a:t>
            </a:r>
            <a:endParaRPr kumimoji="1" lang="en-US" altLang="ko-KR" sz="11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41" name="모서리가 둥근 직사각형 40"/>
          <p:cNvSpPr/>
          <p:nvPr/>
        </p:nvSpPr>
        <p:spPr>
          <a:xfrm>
            <a:off x="3995936" y="3880356"/>
            <a:ext cx="1075330" cy="382339"/>
          </a:xfrm>
          <a:prstGeom prst="roundRect">
            <a:avLst/>
          </a:prstGeom>
          <a:solidFill>
            <a:srgbClr val="7BA5BE">
              <a:lumMod val="50000"/>
            </a:srgbClr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예산안 </a:t>
            </a:r>
            <a:endParaRPr kumimoji="1" lang="en-US" altLang="ko-KR" sz="1100" b="1" i="0" u="none" strike="noStrike" kern="120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심의</a:t>
            </a:r>
            <a:r>
              <a:rPr kumimoji="1" lang="ko-KR" altLang="en-US" sz="1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</a:rPr>
              <a:t>∙조정</a:t>
            </a:r>
            <a:endParaRPr kumimoji="1" lang="en-US" altLang="ko-KR" sz="11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42" name="모서리가 둥근 직사각형 41"/>
          <p:cNvSpPr/>
          <p:nvPr/>
        </p:nvSpPr>
        <p:spPr>
          <a:xfrm>
            <a:off x="1861201" y="3912345"/>
            <a:ext cx="1140502" cy="382339"/>
          </a:xfrm>
          <a:prstGeom prst="roundRect">
            <a:avLst/>
          </a:prstGeom>
          <a:solidFill>
            <a:srgbClr val="7BA5BE">
              <a:lumMod val="50000"/>
            </a:srgbClr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정부</a:t>
            </a:r>
            <a:r>
              <a:rPr kumimoji="1" lang="en-US" altLang="ko-KR" sz="1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R&amp;D</a:t>
            </a:r>
            <a:r>
              <a:rPr kumimoji="1" lang="ko-KR" altLang="en-US" sz="1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예산 투자방향설명</a:t>
            </a:r>
            <a:endParaRPr kumimoji="1" lang="en-US" altLang="ko-KR" sz="11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51" name="모서리가 둥근 직사각형 50"/>
          <p:cNvSpPr/>
          <p:nvPr/>
        </p:nvSpPr>
        <p:spPr>
          <a:xfrm>
            <a:off x="8172400" y="6151545"/>
            <a:ext cx="620887" cy="170630"/>
          </a:xfrm>
          <a:prstGeom prst="roundRect">
            <a:avLst/>
          </a:prstGeom>
          <a:solidFill>
            <a:srgbClr val="FFC000"/>
          </a:solidFill>
          <a:ln w="635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dirty="0" smtClean="0">
                <a:solidFill>
                  <a:prstClr val="black"/>
                </a:solidFill>
                <a:latin typeface="맑은 고딕"/>
                <a:ea typeface="맑은 고딕"/>
              </a:rPr>
              <a:t>12</a:t>
            </a:r>
            <a:r>
              <a:rPr lang="ko-KR" altLang="en-US" sz="800" dirty="0" smtClean="0">
                <a:solidFill>
                  <a:prstClr val="black"/>
                </a:solidFill>
                <a:latin typeface="맑은 고딕"/>
                <a:ea typeface="맑은 고딕"/>
              </a:rPr>
              <a:t>월</a:t>
            </a:r>
            <a:r>
              <a:rPr lang="en-US" altLang="ko-KR" sz="800" dirty="0" smtClean="0">
                <a:solidFill>
                  <a:prstClr val="black"/>
                </a:solidFill>
                <a:latin typeface="맑은 고딕"/>
                <a:ea typeface="맑은 고딕"/>
              </a:rPr>
              <a:t>2</a:t>
            </a:r>
            <a:r>
              <a:rPr lang="ko-KR" altLang="en-US" sz="800" dirty="0" smtClean="0">
                <a:solidFill>
                  <a:prstClr val="black"/>
                </a:solidFill>
                <a:latin typeface="맑은 고딕"/>
                <a:ea typeface="맑은 고딕"/>
              </a:rPr>
              <a:t>일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55" name="모서리가 둥근 직사각형 54"/>
          <p:cNvSpPr/>
          <p:nvPr/>
        </p:nvSpPr>
        <p:spPr>
          <a:xfrm>
            <a:off x="8020850" y="5492248"/>
            <a:ext cx="940914" cy="637232"/>
          </a:xfrm>
          <a:prstGeom prst="roundRect">
            <a:avLst/>
          </a:prstGeom>
          <a:solidFill>
            <a:srgbClr val="7BA5BE">
              <a:lumMod val="50000"/>
            </a:srgbClr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100" dirty="0" smtClean="0">
                <a:solidFill>
                  <a:prstClr val="white"/>
                </a:solidFill>
                <a:latin typeface="맑은 고딕"/>
                <a:ea typeface="맑은 고딕"/>
              </a:rPr>
              <a:t>정부예산</a:t>
            </a:r>
            <a:endParaRPr lang="en-US" altLang="ko-KR" sz="1100" dirty="0" smtClean="0">
              <a:solidFill>
                <a:prstClr val="white"/>
              </a:solidFill>
              <a:latin typeface="맑은 고딕"/>
              <a:ea typeface="맑은 고딕"/>
            </a:endParaRPr>
          </a:p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확</a:t>
            </a:r>
            <a:r>
              <a:rPr kumimoji="1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정</a:t>
            </a:r>
            <a:endParaRPr kumimoji="1" lang="en-US" altLang="ko-KR" sz="11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57" name="모서리가 둥근 직사각형 56"/>
          <p:cNvSpPr/>
          <p:nvPr/>
        </p:nvSpPr>
        <p:spPr>
          <a:xfrm>
            <a:off x="1861201" y="4778504"/>
            <a:ext cx="1075330" cy="382339"/>
          </a:xfrm>
          <a:prstGeom prst="roundRect">
            <a:avLst/>
          </a:prstGeom>
          <a:solidFill>
            <a:srgbClr val="7BA5BE">
              <a:lumMod val="50000"/>
            </a:srgbClr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100" dirty="0" smtClean="0">
                <a:solidFill>
                  <a:prstClr val="white"/>
                </a:solidFill>
                <a:latin typeface="맑은 고딕"/>
                <a:ea typeface="맑은 고딕"/>
              </a:rPr>
              <a:t>예산안 편성지침 </a:t>
            </a:r>
            <a:r>
              <a:rPr lang="ko-KR" altLang="en-US" sz="1100" spc="-150" dirty="0" smtClean="0">
                <a:solidFill>
                  <a:prstClr val="white"/>
                </a:solidFill>
                <a:latin typeface="맑은 고딕"/>
                <a:ea typeface="맑은 고딕"/>
              </a:rPr>
              <a:t>수립∙통보</a:t>
            </a:r>
            <a:endParaRPr kumimoji="1" lang="en-US" altLang="ko-KR" sz="1100" b="1" i="0" u="none" strike="noStrike" kern="1200" cap="none" spc="-15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</a:endParaRPr>
          </a:p>
        </p:txBody>
      </p:sp>
      <p:cxnSp>
        <p:nvCxnSpPr>
          <p:cNvPr id="58" name="직선 화살표 연결선 57"/>
          <p:cNvCxnSpPr/>
          <p:nvPr/>
        </p:nvCxnSpPr>
        <p:spPr>
          <a:xfrm>
            <a:off x="2412651" y="4300688"/>
            <a:ext cx="0" cy="453826"/>
          </a:xfrm>
          <a:prstGeom prst="straightConnector1">
            <a:avLst/>
          </a:prstGeom>
          <a:noFill/>
          <a:ln w="1905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headEnd type="arrow" w="lg" len="sm"/>
            <a:tailEnd type="none" w="lg" len="sm"/>
          </a:ln>
          <a:effectLst/>
        </p:spPr>
      </p:cxnSp>
      <p:sp>
        <p:nvSpPr>
          <p:cNvPr id="64" name="모서리가 둥근 직사각형 63"/>
          <p:cNvSpPr/>
          <p:nvPr/>
        </p:nvSpPr>
        <p:spPr>
          <a:xfrm>
            <a:off x="3328502" y="2214401"/>
            <a:ext cx="1095695" cy="382339"/>
          </a:xfrm>
          <a:prstGeom prst="roundRect">
            <a:avLst/>
          </a:prstGeom>
          <a:solidFill>
            <a:srgbClr val="7BA5BE">
              <a:lumMod val="50000"/>
            </a:srgbClr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100" dirty="0" smtClean="0">
                <a:solidFill>
                  <a:prstClr val="white"/>
                </a:solidFill>
                <a:latin typeface="맑은 고딕"/>
                <a:ea typeface="맑은 고딕"/>
              </a:rPr>
              <a:t>예산요구서 작성 및 제출</a:t>
            </a:r>
            <a:endParaRPr kumimoji="1" lang="ko-KR" altLang="en-US" sz="11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cxnSp>
        <p:nvCxnSpPr>
          <p:cNvPr id="65" name="직선 화살표 연결선 64"/>
          <p:cNvCxnSpPr/>
          <p:nvPr/>
        </p:nvCxnSpPr>
        <p:spPr>
          <a:xfrm rot="5400000">
            <a:off x="3757195" y="2691465"/>
            <a:ext cx="191170" cy="1720"/>
          </a:xfrm>
          <a:prstGeom prst="straightConnector1">
            <a:avLst/>
          </a:prstGeom>
          <a:noFill/>
          <a:ln w="1905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headEnd type="none" w="lg" len="sm"/>
            <a:tailEnd type="arrow" w="lg" len="sm"/>
          </a:ln>
          <a:effectLst/>
        </p:spPr>
      </p:cxnSp>
      <p:sp>
        <p:nvSpPr>
          <p:cNvPr id="66" name="모서리가 둥근 직사각형 65"/>
          <p:cNvSpPr/>
          <p:nvPr/>
        </p:nvSpPr>
        <p:spPr>
          <a:xfrm>
            <a:off x="3328502" y="3367520"/>
            <a:ext cx="1075330" cy="300510"/>
          </a:xfrm>
          <a:prstGeom prst="roundRect">
            <a:avLst/>
          </a:prstGeom>
          <a:solidFill>
            <a:srgbClr val="7BA5BE">
              <a:lumMod val="50000"/>
            </a:srgbClr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이사회 의결 및 </a:t>
            </a:r>
            <a:endParaRPr kumimoji="1" lang="en-US" altLang="ko-KR" sz="800" b="1" i="0" u="none" strike="noStrike" kern="120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예산요구서 제출</a:t>
            </a:r>
            <a:endParaRPr kumimoji="1" lang="en-US" altLang="ko-KR" sz="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cxnSp>
        <p:nvCxnSpPr>
          <p:cNvPr id="67" name="꺾인 연결선 66"/>
          <p:cNvCxnSpPr/>
          <p:nvPr/>
        </p:nvCxnSpPr>
        <p:spPr>
          <a:xfrm rot="16200000" flipH="1">
            <a:off x="3735731" y="3804868"/>
            <a:ext cx="366938" cy="134559"/>
          </a:xfrm>
          <a:prstGeom prst="bentConnector2">
            <a:avLst/>
          </a:prstGeom>
          <a:noFill/>
          <a:ln w="1905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headEnd type="none" w="lg" len="sm"/>
            <a:tailEnd type="arrow" w="lg" len="sm"/>
          </a:ln>
          <a:effectLst/>
        </p:spPr>
      </p:cxnSp>
      <p:cxnSp>
        <p:nvCxnSpPr>
          <p:cNvPr id="68" name="직선 화살표 연결선 67"/>
          <p:cNvCxnSpPr/>
          <p:nvPr/>
        </p:nvCxnSpPr>
        <p:spPr>
          <a:xfrm>
            <a:off x="2483768" y="3436914"/>
            <a:ext cx="0" cy="453826"/>
          </a:xfrm>
          <a:prstGeom prst="straightConnector1">
            <a:avLst/>
          </a:prstGeom>
          <a:noFill/>
          <a:ln w="1905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headEnd type="arrow" w="lg" len="sm"/>
            <a:tailEnd type="none" w="lg" len="sm"/>
          </a:ln>
          <a:effectLst/>
        </p:spPr>
      </p:cxnSp>
      <p:cxnSp>
        <p:nvCxnSpPr>
          <p:cNvPr id="69" name="꺾인 연결선 68"/>
          <p:cNvCxnSpPr>
            <a:endCxn id="64" idx="1"/>
          </p:cNvCxnSpPr>
          <p:nvPr/>
        </p:nvCxnSpPr>
        <p:spPr>
          <a:xfrm flipV="1">
            <a:off x="2555776" y="2405571"/>
            <a:ext cx="772726" cy="643843"/>
          </a:xfrm>
          <a:prstGeom prst="bentConnector3">
            <a:avLst>
              <a:gd name="adj1" fmla="val 569"/>
            </a:avLst>
          </a:prstGeom>
          <a:noFill/>
          <a:ln w="1905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headEnd type="none" w="lg" len="sm"/>
            <a:tailEnd type="arrow" w="lg" len="sm"/>
          </a:ln>
          <a:effectLst/>
        </p:spPr>
      </p:cxnSp>
      <p:sp>
        <p:nvSpPr>
          <p:cNvPr id="70" name="모서리가 둥근 직사각형 69"/>
          <p:cNvSpPr/>
          <p:nvPr/>
        </p:nvSpPr>
        <p:spPr>
          <a:xfrm>
            <a:off x="3995936" y="4451267"/>
            <a:ext cx="1075330" cy="239131"/>
          </a:xfrm>
          <a:prstGeom prst="roundRect">
            <a:avLst/>
          </a:prstGeom>
          <a:solidFill>
            <a:srgbClr val="7BA5BE">
              <a:lumMod val="50000"/>
            </a:srgbClr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dirty="0" err="1" smtClean="0">
                <a:solidFill>
                  <a:prstClr val="white"/>
                </a:solidFill>
                <a:latin typeface="맑은 고딕"/>
                <a:ea typeface="맑은 고딕"/>
              </a:rPr>
              <a:t>부처안</a:t>
            </a:r>
            <a:r>
              <a:rPr lang="ko-KR" altLang="en-US" sz="1000" dirty="0" smtClean="0">
                <a:solidFill>
                  <a:prstClr val="white"/>
                </a:solidFill>
                <a:latin typeface="맑은 고딕"/>
                <a:ea typeface="맑은 고딕"/>
              </a:rPr>
              <a:t> 확정</a:t>
            </a:r>
            <a:endParaRPr lang="en-US" altLang="ko-KR" sz="1000" dirty="0" smtClean="0">
              <a:solidFill>
                <a:prstClr val="white"/>
              </a:solidFill>
              <a:latin typeface="맑은 고딕"/>
              <a:ea typeface="맑은 고딕"/>
            </a:endParaRPr>
          </a:p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</a:rPr>
              <a:t>및 </a:t>
            </a:r>
            <a:r>
              <a:rPr kumimoji="1" lang="ko-KR" altLang="en-US" sz="10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</a:rPr>
              <a:t>기재부</a:t>
            </a:r>
            <a:r>
              <a:rPr kumimoji="1" lang="ko-KR" altLang="en-US" sz="1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</a:rPr>
              <a:t> 제출</a:t>
            </a:r>
            <a:endParaRPr kumimoji="1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</a:endParaRPr>
          </a:p>
        </p:txBody>
      </p:sp>
      <p:sp>
        <p:nvSpPr>
          <p:cNvPr id="71" name="모서리가 둥근 직사각형 70"/>
          <p:cNvSpPr/>
          <p:nvPr/>
        </p:nvSpPr>
        <p:spPr>
          <a:xfrm>
            <a:off x="4864821" y="4780616"/>
            <a:ext cx="1117200" cy="382339"/>
          </a:xfrm>
          <a:prstGeom prst="roundRect">
            <a:avLst/>
          </a:prstGeom>
          <a:solidFill>
            <a:srgbClr val="7BA5BE">
              <a:lumMod val="50000"/>
            </a:srgbClr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100" noProof="0" dirty="0" smtClean="0">
                <a:solidFill>
                  <a:prstClr val="white"/>
                </a:solidFill>
                <a:latin typeface="맑은 고딕"/>
                <a:ea typeface="맑은 고딕"/>
              </a:rPr>
              <a:t>예산안 </a:t>
            </a:r>
            <a:endParaRPr lang="en-US" altLang="ko-KR" sz="1100" noProof="0" dirty="0" smtClean="0">
              <a:solidFill>
                <a:prstClr val="white"/>
              </a:solidFill>
              <a:latin typeface="맑은 고딕"/>
              <a:ea typeface="맑은 고딕"/>
            </a:endParaRPr>
          </a:p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100" noProof="0" dirty="0" smtClean="0">
                <a:solidFill>
                  <a:prstClr val="white"/>
                </a:solidFill>
                <a:latin typeface="맑은 고딕"/>
                <a:ea typeface="맑은 고딕"/>
              </a:rPr>
              <a:t>심의∙ 조정</a:t>
            </a:r>
            <a:endParaRPr kumimoji="1" lang="en-US" altLang="ko-KR" sz="1100" b="1" i="0" u="none" strike="noStrike" kern="1200" cap="none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</a:endParaRPr>
          </a:p>
        </p:txBody>
      </p:sp>
      <p:cxnSp>
        <p:nvCxnSpPr>
          <p:cNvPr id="72" name="꺾인 연결선 71"/>
          <p:cNvCxnSpPr>
            <a:stCxn id="70" idx="2"/>
            <a:endCxn id="71" idx="1"/>
          </p:cNvCxnSpPr>
          <p:nvPr/>
        </p:nvCxnSpPr>
        <p:spPr>
          <a:xfrm rot="16200000" flipH="1">
            <a:off x="4558517" y="4665482"/>
            <a:ext cx="281387" cy="331220"/>
          </a:xfrm>
          <a:prstGeom prst="bentConnector2">
            <a:avLst/>
          </a:prstGeom>
          <a:noFill/>
          <a:ln w="1905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headEnd type="none" w="lg" len="sm"/>
            <a:tailEnd type="arrow" w="lg" len="sm"/>
          </a:ln>
          <a:effectLst/>
        </p:spPr>
      </p:cxnSp>
      <p:sp>
        <p:nvSpPr>
          <p:cNvPr id="73" name="모서리가 둥근 직사각형 72"/>
          <p:cNvSpPr/>
          <p:nvPr/>
        </p:nvSpPr>
        <p:spPr>
          <a:xfrm>
            <a:off x="5017221" y="5294468"/>
            <a:ext cx="1226950" cy="290010"/>
          </a:xfrm>
          <a:prstGeom prst="roundRect">
            <a:avLst/>
          </a:prstGeom>
          <a:solidFill>
            <a:srgbClr val="7BA5BE">
              <a:lumMod val="50000"/>
            </a:srgbClr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100" dirty="0" smtClean="0">
                <a:solidFill>
                  <a:prstClr val="white"/>
                </a:solidFill>
                <a:latin typeface="맑은 고딕"/>
                <a:ea typeface="맑은 고딕"/>
              </a:rPr>
              <a:t>정부예산안</a:t>
            </a:r>
            <a:r>
              <a:rPr lang="ko-KR" altLang="en-US" sz="1100" spc="-150" dirty="0" smtClean="0">
                <a:solidFill>
                  <a:prstClr val="white"/>
                </a:solidFill>
                <a:latin typeface="맑은 고딕"/>
                <a:ea typeface="맑은 고딕"/>
              </a:rPr>
              <a:t> 확정 </a:t>
            </a:r>
            <a:r>
              <a:rPr lang="ko-KR" altLang="en-US" sz="1100" dirty="0" smtClean="0">
                <a:solidFill>
                  <a:prstClr val="white"/>
                </a:solidFill>
                <a:latin typeface="맑은 고딕"/>
                <a:ea typeface="맑은 고딕"/>
              </a:rPr>
              <a:t>및 국회제출</a:t>
            </a:r>
            <a:endParaRPr kumimoji="1" lang="en-US" altLang="ko-KR" sz="1100" b="1" i="0" u="none" strike="noStrike" kern="1200" cap="none" spc="-15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</a:endParaRPr>
          </a:p>
        </p:txBody>
      </p:sp>
      <p:sp>
        <p:nvSpPr>
          <p:cNvPr id="74" name="모서리가 둥근 직사각형 73"/>
          <p:cNvSpPr/>
          <p:nvPr/>
        </p:nvSpPr>
        <p:spPr>
          <a:xfrm>
            <a:off x="5937338" y="5618678"/>
            <a:ext cx="1586990" cy="382339"/>
          </a:xfrm>
          <a:prstGeom prst="roundRect">
            <a:avLst/>
          </a:prstGeom>
          <a:solidFill>
            <a:srgbClr val="7BA5BE">
              <a:lumMod val="50000"/>
            </a:srgbClr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100" noProof="0" dirty="0" smtClean="0">
                <a:solidFill>
                  <a:prstClr val="white"/>
                </a:solidFill>
                <a:latin typeface="맑은 고딕"/>
                <a:ea typeface="맑은 고딕"/>
              </a:rPr>
              <a:t>국회 심의∙의결</a:t>
            </a:r>
            <a:endParaRPr kumimoji="1" lang="en-US" altLang="ko-KR" sz="1100" b="1" i="0" u="none" strike="noStrike" kern="1200" cap="none" spc="-15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</a:endParaRPr>
          </a:p>
        </p:txBody>
      </p:sp>
      <p:cxnSp>
        <p:nvCxnSpPr>
          <p:cNvPr id="75" name="꺾인 연결선 74"/>
          <p:cNvCxnSpPr>
            <a:stCxn id="73" idx="2"/>
          </p:cNvCxnSpPr>
          <p:nvPr/>
        </p:nvCxnSpPr>
        <p:spPr>
          <a:xfrm rot="16200000" flipH="1">
            <a:off x="5674265" y="5540908"/>
            <a:ext cx="222318" cy="309457"/>
          </a:xfrm>
          <a:prstGeom prst="bentConnector2">
            <a:avLst/>
          </a:prstGeom>
          <a:noFill/>
          <a:ln w="1905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headEnd type="none" w="lg" len="sm"/>
            <a:tailEnd type="arrow" w="lg" len="sm"/>
          </a:ln>
          <a:effectLst/>
        </p:spPr>
      </p:cxnSp>
      <p:cxnSp>
        <p:nvCxnSpPr>
          <p:cNvPr id="76" name="직선 화살표 연결선 75"/>
          <p:cNvCxnSpPr>
            <a:endCxn id="55" idx="1"/>
          </p:cNvCxnSpPr>
          <p:nvPr/>
        </p:nvCxnSpPr>
        <p:spPr>
          <a:xfrm>
            <a:off x="7524328" y="5808322"/>
            <a:ext cx="496522" cy="2542"/>
          </a:xfrm>
          <a:prstGeom prst="straightConnector1">
            <a:avLst/>
          </a:prstGeom>
          <a:noFill/>
          <a:ln w="1905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headEnd type="none" w="med" len="sm"/>
            <a:tailEnd type="arrow" w="lg" len="sm"/>
          </a:ln>
          <a:effectLst/>
        </p:spPr>
      </p:cxnSp>
      <p:sp>
        <p:nvSpPr>
          <p:cNvPr id="77" name="AutoShape 6"/>
          <p:cNvSpPr>
            <a:spLocks noChangeArrowheads="1"/>
          </p:cNvSpPr>
          <p:nvPr/>
        </p:nvSpPr>
        <p:spPr bwMode="auto">
          <a:xfrm rot="16200000" flipV="1">
            <a:off x="2931405" y="1496392"/>
            <a:ext cx="401604" cy="294832"/>
          </a:xfrm>
          <a:prstGeom prst="triangle">
            <a:avLst>
              <a:gd name="adj" fmla="val 50000"/>
            </a:avLst>
          </a:prstGeom>
          <a:gradFill flip="none" rotWithShape="1">
            <a:gsLst>
              <a:gs pos="0">
                <a:schemeClr val="bg1"/>
              </a:gs>
              <a:gs pos="100000">
                <a:srgbClr val="000066"/>
              </a:gs>
            </a:gsLst>
            <a:lin ang="13500000" scaled="1"/>
            <a:tileRect/>
          </a:gra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78" name="AutoShape 6"/>
          <p:cNvSpPr>
            <a:spLocks noChangeArrowheads="1"/>
          </p:cNvSpPr>
          <p:nvPr/>
        </p:nvSpPr>
        <p:spPr bwMode="auto">
          <a:xfrm rot="16200000" flipV="1">
            <a:off x="4446607" y="1493957"/>
            <a:ext cx="401604" cy="294832"/>
          </a:xfrm>
          <a:prstGeom prst="triangle">
            <a:avLst>
              <a:gd name="adj" fmla="val 50000"/>
            </a:avLst>
          </a:prstGeom>
          <a:gradFill flip="none" rotWithShape="1">
            <a:gsLst>
              <a:gs pos="0">
                <a:schemeClr val="bg1"/>
              </a:gs>
              <a:gs pos="100000">
                <a:srgbClr val="000066"/>
              </a:gs>
            </a:gsLst>
            <a:lin ang="13500000" scaled="1"/>
            <a:tileRect/>
          </a:gra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79" name="AutoShape 6"/>
          <p:cNvSpPr>
            <a:spLocks noChangeArrowheads="1"/>
          </p:cNvSpPr>
          <p:nvPr/>
        </p:nvSpPr>
        <p:spPr bwMode="auto">
          <a:xfrm rot="16200000" flipV="1">
            <a:off x="5951974" y="1493957"/>
            <a:ext cx="401604" cy="294832"/>
          </a:xfrm>
          <a:prstGeom prst="triangle">
            <a:avLst>
              <a:gd name="adj" fmla="val 50000"/>
            </a:avLst>
          </a:prstGeom>
          <a:gradFill flip="none" rotWithShape="1">
            <a:gsLst>
              <a:gs pos="0">
                <a:schemeClr val="bg1"/>
              </a:gs>
              <a:gs pos="100000">
                <a:srgbClr val="000066"/>
              </a:gs>
            </a:gsLst>
            <a:lin ang="13500000" scaled="1"/>
            <a:tileRect/>
          </a:gra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80" name="AutoShape 6"/>
          <p:cNvSpPr>
            <a:spLocks noChangeArrowheads="1"/>
          </p:cNvSpPr>
          <p:nvPr/>
        </p:nvSpPr>
        <p:spPr bwMode="auto">
          <a:xfrm rot="16200000" flipV="1">
            <a:off x="7470943" y="1493957"/>
            <a:ext cx="401604" cy="294832"/>
          </a:xfrm>
          <a:prstGeom prst="triangle">
            <a:avLst>
              <a:gd name="adj" fmla="val 50000"/>
            </a:avLst>
          </a:prstGeom>
          <a:gradFill flip="none" rotWithShape="1">
            <a:gsLst>
              <a:gs pos="0">
                <a:schemeClr val="bg1"/>
              </a:gs>
              <a:gs pos="100000">
                <a:srgbClr val="000066"/>
              </a:gs>
            </a:gsLst>
            <a:lin ang="13500000" scaled="1"/>
            <a:tileRect/>
          </a:gra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81" name="모서리가 둥근 직사각형 80"/>
          <p:cNvSpPr/>
          <p:nvPr/>
        </p:nvSpPr>
        <p:spPr>
          <a:xfrm>
            <a:off x="6860536" y="6046276"/>
            <a:ext cx="1023831" cy="152667"/>
          </a:xfrm>
          <a:prstGeom prst="roundRect">
            <a:avLst/>
          </a:prstGeom>
          <a:solidFill>
            <a:srgbClr val="C00000"/>
          </a:solidFill>
          <a:ln w="635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spc="-150" dirty="0" smtClean="0">
                <a:solidFill>
                  <a:srgbClr val="FFFF00"/>
                </a:solidFill>
                <a:latin typeface="맑은 고딕"/>
                <a:ea typeface="맑은 고딕"/>
              </a:rPr>
              <a:t>국회 예결위  종합심사</a:t>
            </a:r>
            <a:endParaRPr kumimoji="1" lang="ko-KR" altLang="en-US" sz="800" b="1" i="0" u="none" strike="noStrike" kern="1200" cap="none" spc="-15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맑은 고딕"/>
              <a:ea typeface="맑은 고딕"/>
            </a:endParaRPr>
          </a:p>
        </p:txBody>
      </p:sp>
      <p:sp>
        <p:nvSpPr>
          <p:cNvPr id="82" name="모서리가 둥근 직사각형 81"/>
          <p:cNvSpPr/>
          <p:nvPr/>
        </p:nvSpPr>
        <p:spPr>
          <a:xfrm>
            <a:off x="5712867" y="6053221"/>
            <a:ext cx="1091381" cy="152667"/>
          </a:xfrm>
          <a:prstGeom prst="roundRect">
            <a:avLst/>
          </a:prstGeom>
          <a:solidFill>
            <a:srgbClr val="C00000"/>
          </a:solidFill>
          <a:ln w="635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spc="-150" noProof="0" dirty="0" smtClean="0">
                <a:solidFill>
                  <a:srgbClr val="FFFF00"/>
                </a:solidFill>
                <a:latin typeface="맑은 고딕"/>
                <a:ea typeface="맑은 고딕"/>
              </a:rPr>
              <a:t>국회 </a:t>
            </a:r>
            <a:r>
              <a:rPr lang="ko-KR" altLang="en-US" sz="800" spc="-150" noProof="0" dirty="0" err="1" smtClean="0">
                <a:solidFill>
                  <a:srgbClr val="FFFF00"/>
                </a:solidFill>
                <a:latin typeface="맑은 고딕"/>
                <a:ea typeface="맑은 고딕"/>
              </a:rPr>
              <a:t>미방위</a:t>
            </a:r>
            <a:r>
              <a:rPr lang="ko-KR" altLang="en-US" sz="800" spc="-150" noProof="0" dirty="0" smtClean="0">
                <a:solidFill>
                  <a:srgbClr val="FFFF00"/>
                </a:solidFill>
                <a:latin typeface="맑은 고딕"/>
                <a:ea typeface="맑은 고딕"/>
              </a:rPr>
              <a:t>  예비심사</a:t>
            </a:r>
            <a:endParaRPr kumimoji="1" lang="ko-KR" altLang="en-US" sz="800" b="1" i="0" u="none" strike="noStrike" kern="1200" cap="none" spc="-15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맑은 고딕"/>
              <a:ea typeface="맑은 고딕"/>
            </a:endParaRPr>
          </a:p>
        </p:txBody>
      </p:sp>
      <p:sp>
        <p:nvSpPr>
          <p:cNvPr id="83" name="모서리가 둥근 직사각형 82"/>
          <p:cNvSpPr/>
          <p:nvPr/>
        </p:nvSpPr>
        <p:spPr>
          <a:xfrm>
            <a:off x="6023864" y="4831091"/>
            <a:ext cx="1212432" cy="270683"/>
          </a:xfrm>
          <a:prstGeom prst="roundRect">
            <a:avLst/>
          </a:prstGeom>
          <a:solidFill>
            <a:srgbClr val="C00000"/>
          </a:solidFill>
          <a:ln w="635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spc="-150" dirty="0" smtClean="0">
                <a:solidFill>
                  <a:srgbClr val="FFFF00"/>
                </a:solidFill>
                <a:latin typeface="맑은 고딕"/>
                <a:ea typeface="맑은 고딕"/>
              </a:rPr>
              <a:t> </a:t>
            </a:r>
            <a:r>
              <a:rPr lang="ko-KR" altLang="en-US" sz="800" dirty="0" smtClean="0">
                <a:solidFill>
                  <a:srgbClr val="FFFF00"/>
                </a:solidFill>
                <a:latin typeface="맑은 고딕"/>
                <a:ea typeface="맑은 고딕"/>
              </a:rPr>
              <a:t>연구개발예산과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맑은 고딕"/>
              <a:ea typeface="맑은 고딕"/>
            </a:endParaRPr>
          </a:p>
        </p:txBody>
      </p:sp>
      <p:sp>
        <p:nvSpPr>
          <p:cNvPr id="84" name="모서리가 둥근 직사각형 83"/>
          <p:cNvSpPr/>
          <p:nvPr/>
        </p:nvSpPr>
        <p:spPr>
          <a:xfrm>
            <a:off x="5116592" y="3890740"/>
            <a:ext cx="1399624" cy="371955"/>
          </a:xfrm>
          <a:prstGeom prst="roundRect">
            <a:avLst/>
          </a:prstGeom>
          <a:solidFill>
            <a:srgbClr val="C00000"/>
          </a:solidFill>
          <a:ln w="635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00" dirty="0" smtClean="0">
                <a:solidFill>
                  <a:srgbClr val="FFFF00"/>
                </a:solidFill>
                <a:latin typeface="맑은 고딕"/>
                <a:ea typeface="맑은 고딕"/>
              </a:rPr>
              <a:t>과학기술전략본부</a:t>
            </a:r>
            <a:endParaRPr lang="en-US" altLang="ko-KR" sz="900" dirty="0" smtClean="0">
              <a:solidFill>
                <a:srgbClr val="FFFF00"/>
              </a:solidFill>
              <a:latin typeface="맑은 고딕"/>
              <a:ea typeface="맑은 고딕"/>
            </a:endParaRPr>
          </a:p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i="0" u="none" strike="noStrike" kern="120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맑은 고딕"/>
                <a:ea typeface="맑은 고딕"/>
              </a:rPr>
              <a:t>-</a:t>
            </a:r>
            <a:r>
              <a:rPr kumimoji="1" lang="ko-KR" altLang="en-US" sz="800" i="0" u="none" strike="noStrike" kern="120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맑은 고딕"/>
                <a:ea typeface="맑은 고딕"/>
              </a:rPr>
              <a:t>연구예산총괄과</a:t>
            </a:r>
            <a:endParaRPr kumimoji="1" lang="en-US" altLang="ko-KR" sz="800" i="0" u="none" strike="noStrike" kern="1200" cap="none" spc="0" normalizeH="0" baseline="0" noProof="0" dirty="0" smtClean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맑은 고딕"/>
              <a:ea typeface="맑은 고딕"/>
            </a:endParaRPr>
          </a:p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dirty="0" smtClean="0">
                <a:solidFill>
                  <a:srgbClr val="FFFF00"/>
                </a:solidFill>
                <a:latin typeface="맑은 고딕"/>
                <a:ea typeface="맑은 고딕"/>
              </a:rPr>
              <a:t>-</a:t>
            </a:r>
            <a:r>
              <a:rPr lang="ko-KR" altLang="en-US" sz="800" dirty="0" smtClean="0">
                <a:solidFill>
                  <a:srgbClr val="FFFF00"/>
                </a:solidFill>
                <a:latin typeface="맑은 고딕"/>
                <a:ea typeface="맑은 고딕"/>
              </a:rPr>
              <a:t>기계정보통신조정과</a:t>
            </a:r>
            <a:endParaRPr kumimoji="1" lang="ko-KR" altLang="en-US" sz="80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맑은 고딕"/>
              <a:ea typeface="맑은 고딕"/>
            </a:endParaRPr>
          </a:p>
        </p:txBody>
      </p:sp>
      <p:sp>
        <p:nvSpPr>
          <p:cNvPr id="85" name="모서리가 둥근 직사각형 84"/>
          <p:cNvSpPr/>
          <p:nvPr/>
        </p:nvSpPr>
        <p:spPr>
          <a:xfrm>
            <a:off x="4455208" y="3049411"/>
            <a:ext cx="2405328" cy="135188"/>
          </a:xfrm>
          <a:prstGeom prst="roundRect">
            <a:avLst/>
          </a:prstGeom>
          <a:solidFill>
            <a:srgbClr val="C00000"/>
          </a:solidFill>
          <a:ln w="635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00" spc="-150" dirty="0" err="1" smtClean="0">
                <a:solidFill>
                  <a:srgbClr val="FFFF00"/>
                </a:solidFill>
                <a:latin typeface="맑은 고딕"/>
                <a:ea typeface="맑은 고딕"/>
              </a:rPr>
              <a:t>국과심</a:t>
            </a:r>
            <a:r>
              <a:rPr lang="ko-KR" altLang="en-US" sz="900" spc="-150" dirty="0" smtClean="0">
                <a:solidFill>
                  <a:srgbClr val="FFFF00"/>
                </a:solidFill>
                <a:latin typeface="맑은 고딕"/>
                <a:ea typeface="맑은 고딕"/>
              </a:rPr>
              <a:t> </a:t>
            </a:r>
            <a:r>
              <a:rPr lang="en-US" altLang="ko-KR" sz="900" spc="-150" dirty="0" smtClean="0">
                <a:solidFill>
                  <a:srgbClr val="FFFF00"/>
                </a:solidFill>
                <a:latin typeface="맑은 고딕"/>
                <a:ea typeface="맑은 고딕"/>
              </a:rPr>
              <a:t> </a:t>
            </a:r>
            <a:r>
              <a:rPr lang="ko-KR" altLang="en-US" sz="900" spc="-150" dirty="0" err="1" smtClean="0">
                <a:solidFill>
                  <a:srgbClr val="FFFF00"/>
                </a:solidFill>
                <a:latin typeface="맑은 고딕"/>
                <a:ea typeface="맑은 고딕"/>
              </a:rPr>
              <a:t>분과별</a:t>
            </a:r>
            <a:r>
              <a:rPr lang="ko-KR" altLang="en-US" sz="900" spc="-150" dirty="0" smtClean="0">
                <a:solidFill>
                  <a:srgbClr val="FFFF00"/>
                </a:solidFill>
                <a:latin typeface="맑은 고딕"/>
                <a:ea typeface="맑은 고딕"/>
              </a:rPr>
              <a:t>   사업설명</a:t>
            </a:r>
            <a:endParaRPr kumimoji="1" lang="ko-KR" altLang="en-US" sz="900" b="1" i="0" u="none" strike="noStrike" kern="1200" cap="none" spc="-15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맑은 고딕"/>
              <a:ea typeface="맑은 고딕"/>
            </a:endParaRPr>
          </a:p>
        </p:txBody>
      </p:sp>
      <p:sp>
        <p:nvSpPr>
          <p:cNvPr id="86" name="모서리가 둥근 직사각형 85"/>
          <p:cNvSpPr/>
          <p:nvPr/>
        </p:nvSpPr>
        <p:spPr>
          <a:xfrm>
            <a:off x="4447784" y="2803954"/>
            <a:ext cx="1085907" cy="194172"/>
          </a:xfrm>
          <a:prstGeom prst="roundRect">
            <a:avLst/>
          </a:prstGeom>
          <a:solidFill>
            <a:srgbClr val="FFFF00"/>
          </a:solidFill>
          <a:ln w="635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spc="-150" noProof="0" dirty="0" smtClean="0">
                <a:solidFill>
                  <a:prstClr val="black"/>
                </a:solidFill>
                <a:latin typeface="맑은 고딕"/>
                <a:ea typeface="맑은 고딕"/>
              </a:rPr>
              <a:t>(1</a:t>
            </a:r>
            <a:r>
              <a:rPr lang="ko-KR" altLang="en-US" sz="800" spc="-150" noProof="0" dirty="0" smtClean="0">
                <a:solidFill>
                  <a:prstClr val="black"/>
                </a:solidFill>
                <a:latin typeface="맑은 고딕"/>
                <a:ea typeface="맑은 고딕"/>
              </a:rPr>
              <a:t>차관</a:t>
            </a:r>
            <a:r>
              <a:rPr lang="en-US" altLang="ko-KR" sz="800" spc="-150" noProof="0" dirty="0" smtClean="0">
                <a:solidFill>
                  <a:prstClr val="black"/>
                </a:solidFill>
                <a:latin typeface="맑은 고딕"/>
                <a:ea typeface="맑은 고딕"/>
              </a:rPr>
              <a:t>)</a:t>
            </a:r>
            <a:r>
              <a:rPr lang="ko-KR" altLang="en-US" sz="800" spc="-150" noProof="0" dirty="0" smtClean="0">
                <a:solidFill>
                  <a:prstClr val="black"/>
                </a:solidFill>
                <a:latin typeface="맑은 고딕"/>
                <a:ea typeface="맑은 고딕"/>
              </a:rPr>
              <a:t> </a:t>
            </a:r>
            <a:r>
              <a:rPr lang="ko-KR" altLang="en-US" sz="800" spc="-150" dirty="0" err="1" smtClean="0">
                <a:solidFill>
                  <a:prstClr val="black"/>
                </a:solidFill>
                <a:latin typeface="맑은 고딕"/>
                <a:ea typeface="맑은 고딕"/>
              </a:rPr>
              <a:t>연구기관지원팀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87" name="모서리가 둥근 직사각형 86"/>
          <p:cNvSpPr/>
          <p:nvPr/>
        </p:nvSpPr>
        <p:spPr>
          <a:xfrm>
            <a:off x="5565792" y="2806412"/>
            <a:ext cx="1526488" cy="198788"/>
          </a:xfrm>
          <a:prstGeom prst="roundRect">
            <a:avLst/>
          </a:prstGeom>
          <a:solidFill>
            <a:srgbClr val="99FF33"/>
          </a:solidFill>
          <a:ln w="635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spc="-150" dirty="0" smtClean="0">
                <a:solidFill>
                  <a:prstClr val="black"/>
                </a:solidFill>
                <a:latin typeface="맑은 고딕"/>
                <a:ea typeface="맑은 고딕"/>
              </a:rPr>
              <a:t>(2</a:t>
            </a:r>
            <a:r>
              <a:rPr lang="ko-KR" altLang="en-US" sz="800" spc="-150" dirty="0" smtClean="0">
                <a:solidFill>
                  <a:prstClr val="black"/>
                </a:solidFill>
                <a:latin typeface="맑은 고딕"/>
                <a:ea typeface="맑은 고딕"/>
              </a:rPr>
              <a:t>차관</a:t>
            </a:r>
            <a:r>
              <a:rPr lang="en-US" altLang="ko-KR" sz="800" spc="-150" dirty="0" smtClean="0">
                <a:solidFill>
                  <a:prstClr val="black"/>
                </a:solidFill>
                <a:latin typeface="맑은 고딕"/>
                <a:ea typeface="맑은 고딕"/>
              </a:rPr>
              <a:t>) </a:t>
            </a:r>
            <a:r>
              <a:rPr lang="ko-KR" altLang="en-US" sz="800" spc="-150" dirty="0" smtClean="0">
                <a:solidFill>
                  <a:prstClr val="black"/>
                </a:solidFill>
                <a:latin typeface="맑은 고딕"/>
                <a:ea typeface="맑은 고딕"/>
              </a:rPr>
              <a:t> 정보통신방송기술정책과</a:t>
            </a:r>
            <a:endParaRPr lang="en-US" altLang="ko-KR" sz="800" spc="-150" dirty="0" smtClean="0">
              <a:solidFill>
                <a:prstClr val="black"/>
              </a:solidFill>
              <a:latin typeface="맑은 고딕"/>
              <a:ea typeface="맑은 고딕"/>
            </a:endParaRPr>
          </a:p>
        </p:txBody>
      </p:sp>
      <p:sp>
        <p:nvSpPr>
          <p:cNvPr id="90" name="모서리가 둥근 직사각형 89"/>
          <p:cNvSpPr/>
          <p:nvPr/>
        </p:nvSpPr>
        <p:spPr>
          <a:xfrm>
            <a:off x="5142468" y="5641132"/>
            <a:ext cx="620887" cy="170630"/>
          </a:xfrm>
          <a:prstGeom prst="roundRect">
            <a:avLst/>
          </a:prstGeom>
          <a:solidFill>
            <a:srgbClr val="FFC000"/>
          </a:solidFill>
          <a:ln w="635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dirty="0">
                <a:solidFill>
                  <a:prstClr val="black"/>
                </a:solidFill>
                <a:latin typeface="맑은 고딕"/>
                <a:ea typeface="맑은 고딕"/>
              </a:rPr>
              <a:t>9</a:t>
            </a:r>
            <a:r>
              <a:rPr lang="ko-KR" altLang="en-US" sz="800" dirty="0" smtClean="0">
                <a:solidFill>
                  <a:prstClr val="black"/>
                </a:solidFill>
                <a:latin typeface="맑은 고딕"/>
                <a:ea typeface="맑은 고딕"/>
              </a:rPr>
              <a:t>월</a:t>
            </a:r>
            <a:r>
              <a:rPr lang="en-US" altLang="ko-KR" sz="800" dirty="0">
                <a:solidFill>
                  <a:prstClr val="black"/>
                </a:solidFill>
                <a:latin typeface="맑은 고딕"/>
                <a:ea typeface="맑은 고딕"/>
              </a:rPr>
              <a:t>3</a:t>
            </a:r>
            <a:r>
              <a:rPr lang="ko-KR" altLang="en-US" sz="800" dirty="0" smtClean="0">
                <a:solidFill>
                  <a:prstClr val="black"/>
                </a:solidFill>
                <a:latin typeface="맑은 고딕"/>
                <a:ea typeface="맑은 고딕"/>
              </a:rPr>
              <a:t>일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91" name="모서리가 둥근 직사각형 90"/>
          <p:cNvSpPr/>
          <p:nvPr/>
        </p:nvSpPr>
        <p:spPr>
          <a:xfrm>
            <a:off x="3476637" y="3701517"/>
            <a:ext cx="620887" cy="170630"/>
          </a:xfrm>
          <a:prstGeom prst="roundRect">
            <a:avLst/>
          </a:prstGeom>
          <a:solidFill>
            <a:srgbClr val="FFC000"/>
          </a:solidFill>
          <a:ln w="635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dirty="0">
                <a:solidFill>
                  <a:prstClr val="black"/>
                </a:solidFill>
                <a:latin typeface="맑은 고딕"/>
                <a:ea typeface="맑은 고딕"/>
              </a:rPr>
              <a:t>5</a:t>
            </a:r>
            <a:r>
              <a:rPr lang="ko-KR" altLang="en-US" sz="800" dirty="0" smtClean="0">
                <a:solidFill>
                  <a:prstClr val="black"/>
                </a:solidFill>
                <a:latin typeface="맑은 고딕"/>
                <a:ea typeface="맑은 고딕"/>
              </a:rPr>
              <a:t>월</a:t>
            </a:r>
            <a:r>
              <a:rPr lang="en-US" altLang="ko-KR" sz="800" dirty="0" smtClean="0">
                <a:solidFill>
                  <a:prstClr val="black"/>
                </a:solidFill>
                <a:latin typeface="맑은 고딕"/>
                <a:ea typeface="맑은 고딕"/>
              </a:rPr>
              <a:t>31</a:t>
            </a:r>
            <a:r>
              <a:rPr lang="ko-KR" altLang="en-US" sz="800" dirty="0" smtClean="0">
                <a:solidFill>
                  <a:prstClr val="black"/>
                </a:solidFill>
                <a:latin typeface="맑은 고딕"/>
                <a:ea typeface="맑은 고딕"/>
              </a:rPr>
              <a:t>일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92" name="모서리가 둥근 직사각형 91"/>
          <p:cNvSpPr/>
          <p:nvPr/>
        </p:nvSpPr>
        <p:spPr>
          <a:xfrm>
            <a:off x="5124817" y="4435254"/>
            <a:ext cx="1206406" cy="152667"/>
          </a:xfrm>
          <a:prstGeom prst="roundRect">
            <a:avLst/>
          </a:prstGeom>
          <a:solidFill>
            <a:srgbClr val="C00000"/>
          </a:solidFill>
          <a:ln w="635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00" spc="-150" dirty="0" err="1" smtClean="0">
                <a:solidFill>
                  <a:srgbClr val="FFFF00"/>
                </a:solidFill>
                <a:latin typeface="맑은 고딕"/>
                <a:ea typeface="맑은 고딕"/>
              </a:rPr>
              <a:t>국과심</a:t>
            </a:r>
            <a:r>
              <a:rPr lang="ko-KR" altLang="en-US" sz="900" spc="-150" dirty="0" smtClean="0">
                <a:solidFill>
                  <a:srgbClr val="FFFF00"/>
                </a:solidFill>
                <a:latin typeface="맑은 고딕"/>
                <a:ea typeface="맑은 고딕"/>
              </a:rPr>
              <a:t>  의결</a:t>
            </a:r>
            <a:endParaRPr kumimoji="1" lang="ko-KR" altLang="en-US" sz="900" b="1" i="0" u="none" strike="noStrike" kern="1200" cap="none" spc="-15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맑은 고딕"/>
              <a:ea typeface="맑은 고딕"/>
            </a:endParaRPr>
          </a:p>
        </p:txBody>
      </p:sp>
      <p:sp>
        <p:nvSpPr>
          <p:cNvPr id="93" name="모서리가 둥근 직사각형 92"/>
          <p:cNvSpPr/>
          <p:nvPr/>
        </p:nvSpPr>
        <p:spPr>
          <a:xfrm>
            <a:off x="4067944" y="4738449"/>
            <a:ext cx="620887" cy="170630"/>
          </a:xfrm>
          <a:prstGeom prst="roundRect">
            <a:avLst/>
          </a:prstGeom>
          <a:solidFill>
            <a:srgbClr val="FFC000"/>
          </a:solidFill>
          <a:ln w="635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dirty="0" smtClean="0">
                <a:solidFill>
                  <a:prstClr val="black"/>
                </a:solidFill>
                <a:latin typeface="맑은 고딕"/>
                <a:ea typeface="맑은 고딕"/>
              </a:rPr>
              <a:t>7</a:t>
            </a:r>
            <a:r>
              <a:rPr lang="ko-KR" altLang="en-US" sz="800" dirty="0" smtClean="0">
                <a:solidFill>
                  <a:prstClr val="black"/>
                </a:solidFill>
                <a:latin typeface="맑은 고딕"/>
                <a:ea typeface="맑은 고딕"/>
              </a:rPr>
              <a:t>월초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94" name="모서리가 둥근 직사각형 93"/>
          <p:cNvSpPr/>
          <p:nvPr/>
        </p:nvSpPr>
        <p:spPr>
          <a:xfrm>
            <a:off x="4468404" y="2214401"/>
            <a:ext cx="1085907" cy="194172"/>
          </a:xfrm>
          <a:prstGeom prst="roundRect">
            <a:avLst/>
          </a:prstGeom>
          <a:solidFill>
            <a:srgbClr val="FFFF00"/>
          </a:solidFill>
          <a:ln w="635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dirty="0" smtClean="0">
                <a:solidFill>
                  <a:prstClr val="black"/>
                </a:solidFill>
                <a:latin typeface="맑은 고딕"/>
                <a:ea typeface="맑은 고딕"/>
              </a:rPr>
              <a:t>연구회 사전협의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59" name="직사각형 58"/>
          <p:cNvSpPr/>
          <p:nvPr/>
        </p:nvSpPr>
        <p:spPr>
          <a:xfrm>
            <a:off x="415950" y="3070192"/>
            <a:ext cx="1131714" cy="389006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400" b="0" dirty="0" smtClean="0">
                <a:latin typeface="HY헤드라인M" pitchFamily="18" charset="-127"/>
                <a:ea typeface="HY헤드라인M" pitchFamily="18" charset="-127"/>
              </a:rPr>
              <a:t>연구회</a:t>
            </a:r>
            <a:r>
              <a:rPr lang="en-US" altLang="ko-KR" sz="1400" b="0" dirty="0" smtClean="0">
                <a:latin typeface="HY헤드라인M" pitchFamily="18" charset="-127"/>
                <a:ea typeface="HY헤드라인M" pitchFamily="18" charset="-127"/>
              </a:rPr>
              <a:t>, IITP</a:t>
            </a:r>
            <a:endParaRPr lang="ko-KR" altLang="en-US" sz="1400" b="0" dirty="0"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60" name="직사각형 59"/>
          <p:cNvSpPr/>
          <p:nvPr/>
        </p:nvSpPr>
        <p:spPr>
          <a:xfrm>
            <a:off x="415950" y="3920358"/>
            <a:ext cx="1131714" cy="389006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400" b="0" dirty="0" err="1" smtClean="0">
                <a:latin typeface="HY헤드라인M" pitchFamily="18" charset="-127"/>
                <a:ea typeface="HY헤드라인M" pitchFamily="18" charset="-127"/>
              </a:rPr>
              <a:t>미래</a:t>
            </a:r>
            <a:r>
              <a:rPr lang="ko-KR" altLang="en-US" sz="1400" b="0" dirty="0" err="1">
                <a:latin typeface="HY헤드라인M" pitchFamily="18" charset="-127"/>
                <a:ea typeface="HY헤드라인M" pitchFamily="18" charset="-127"/>
              </a:rPr>
              <a:t>부</a:t>
            </a:r>
            <a:endParaRPr lang="ko-KR" altLang="en-US" sz="1400" b="0" dirty="0"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61" name="직사각형 60"/>
          <p:cNvSpPr/>
          <p:nvPr/>
        </p:nvSpPr>
        <p:spPr>
          <a:xfrm>
            <a:off x="415950" y="4770522"/>
            <a:ext cx="1131714" cy="389006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400" b="0" dirty="0" err="1" smtClean="0">
                <a:latin typeface="HY헤드라인M" pitchFamily="18" charset="-127"/>
                <a:ea typeface="HY헤드라인M" pitchFamily="18" charset="-127"/>
              </a:rPr>
              <a:t>기재</a:t>
            </a:r>
            <a:r>
              <a:rPr lang="ko-KR" altLang="en-US" sz="1400" b="0" dirty="0" err="1">
                <a:latin typeface="HY헤드라인M" pitchFamily="18" charset="-127"/>
                <a:ea typeface="HY헤드라인M" pitchFamily="18" charset="-127"/>
              </a:rPr>
              <a:t>부</a:t>
            </a:r>
            <a:endParaRPr lang="ko-KR" altLang="en-US" sz="1400" b="0" dirty="0"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62" name="직사각형 61"/>
          <p:cNvSpPr/>
          <p:nvPr/>
        </p:nvSpPr>
        <p:spPr>
          <a:xfrm>
            <a:off x="415950" y="5620687"/>
            <a:ext cx="1131714" cy="389006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400" b="0" dirty="0" smtClean="0">
                <a:latin typeface="HY헤드라인M" pitchFamily="18" charset="-127"/>
                <a:ea typeface="HY헤드라인M" pitchFamily="18" charset="-127"/>
              </a:rPr>
              <a:t>국</a:t>
            </a:r>
            <a:r>
              <a:rPr lang="ko-KR" altLang="en-US" sz="1400" b="0" dirty="0">
                <a:latin typeface="HY헤드라인M" pitchFamily="18" charset="-127"/>
                <a:ea typeface="HY헤드라인M" pitchFamily="18" charset="-127"/>
              </a:rPr>
              <a:t>회</a:t>
            </a:r>
          </a:p>
        </p:txBody>
      </p:sp>
      <p:sp>
        <p:nvSpPr>
          <p:cNvPr id="63" name="직사각형 62"/>
          <p:cNvSpPr/>
          <p:nvPr/>
        </p:nvSpPr>
        <p:spPr>
          <a:xfrm>
            <a:off x="415950" y="2220027"/>
            <a:ext cx="1131714" cy="389006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400" b="0" spc="300" dirty="0" smtClean="0">
                <a:latin typeface="HY헤드라인M" pitchFamily="18" charset="-127"/>
                <a:ea typeface="HY헤드라인M" pitchFamily="18" charset="-127"/>
              </a:rPr>
              <a:t>예산부서</a:t>
            </a:r>
            <a:endParaRPr lang="ko-KR" altLang="en-US" sz="1400" b="0" spc="300" dirty="0"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88" name="모서리가 둥근 직사각형 87"/>
          <p:cNvSpPr/>
          <p:nvPr/>
        </p:nvSpPr>
        <p:spPr>
          <a:xfrm>
            <a:off x="395536" y="1484784"/>
            <a:ext cx="1206406" cy="152667"/>
          </a:xfrm>
          <a:prstGeom prst="roundRect">
            <a:avLst/>
          </a:prstGeom>
          <a:solidFill>
            <a:srgbClr val="FFFF00"/>
          </a:solidFill>
          <a:ln w="635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noProof="0" dirty="0" smtClean="0">
                <a:solidFill>
                  <a:prstClr val="black"/>
                </a:solidFill>
                <a:latin typeface="맑은 고딕"/>
                <a:ea typeface="맑은 고딕"/>
              </a:rPr>
              <a:t>정부출연금 접점부서</a:t>
            </a:r>
            <a:endParaRPr kumimoji="1" lang="ko-KR" altLang="en-US" sz="800" b="1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</a:endParaRPr>
          </a:p>
        </p:txBody>
      </p:sp>
      <p:sp>
        <p:nvSpPr>
          <p:cNvPr id="89" name="모서리가 둥근 직사각형 88"/>
          <p:cNvSpPr/>
          <p:nvPr/>
        </p:nvSpPr>
        <p:spPr>
          <a:xfrm>
            <a:off x="395536" y="1694072"/>
            <a:ext cx="1206406" cy="140565"/>
          </a:xfrm>
          <a:prstGeom prst="roundRect">
            <a:avLst/>
          </a:prstGeom>
          <a:solidFill>
            <a:srgbClr val="99FF33"/>
          </a:solidFill>
          <a:ln w="635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spc="-150" dirty="0" err="1" smtClean="0">
                <a:solidFill>
                  <a:prstClr val="black"/>
                </a:solidFill>
                <a:latin typeface="맑은 고딕"/>
                <a:ea typeface="맑은 고딕"/>
              </a:rPr>
              <a:t>미래부사업</a:t>
            </a:r>
            <a:r>
              <a:rPr lang="ko-KR" altLang="en-US" sz="800" spc="-150" dirty="0" smtClean="0">
                <a:solidFill>
                  <a:prstClr val="black"/>
                </a:solidFill>
                <a:latin typeface="맑은 고딕"/>
                <a:ea typeface="맑은 고딕"/>
              </a:rPr>
              <a:t>   </a:t>
            </a:r>
            <a:r>
              <a:rPr lang="ko-KR" altLang="en-US" sz="800" dirty="0" smtClean="0">
                <a:solidFill>
                  <a:prstClr val="black"/>
                </a:solidFill>
                <a:latin typeface="맑은 고딕"/>
                <a:ea typeface="맑은 고딕"/>
              </a:rPr>
              <a:t>접점부서</a:t>
            </a:r>
            <a:endParaRPr lang="en-US" altLang="ko-KR" sz="800" dirty="0" smtClean="0">
              <a:solidFill>
                <a:prstClr val="black"/>
              </a:solidFill>
              <a:latin typeface="맑은 고딕"/>
              <a:ea typeface="맑은 고딕"/>
            </a:endParaRPr>
          </a:p>
        </p:txBody>
      </p:sp>
      <p:sp>
        <p:nvSpPr>
          <p:cNvPr id="95" name="모서리가 둥근 직사각형 94"/>
          <p:cNvSpPr/>
          <p:nvPr/>
        </p:nvSpPr>
        <p:spPr>
          <a:xfrm>
            <a:off x="395536" y="1886766"/>
            <a:ext cx="1206406" cy="140565"/>
          </a:xfrm>
          <a:prstGeom prst="roundRect">
            <a:avLst/>
          </a:prstGeom>
          <a:solidFill>
            <a:srgbClr val="C00000"/>
          </a:solidFill>
          <a:ln w="635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00" dirty="0" smtClean="0">
                <a:solidFill>
                  <a:srgbClr val="FFFF00"/>
                </a:solidFill>
                <a:latin typeface="맑은 고딕"/>
                <a:ea typeface="맑은 고딕"/>
              </a:rPr>
              <a:t>공통 접점부서</a:t>
            </a:r>
            <a:endParaRPr lang="en-US" altLang="ko-KR" sz="900" dirty="0" smtClean="0">
              <a:solidFill>
                <a:srgbClr val="FFFF00"/>
              </a:solidFill>
              <a:latin typeface="맑은 고딕"/>
              <a:ea typeface="맑은 고딕"/>
            </a:endParaRPr>
          </a:p>
        </p:txBody>
      </p:sp>
      <p:cxnSp>
        <p:nvCxnSpPr>
          <p:cNvPr id="96" name="직선 화살표 연결선 95"/>
          <p:cNvCxnSpPr/>
          <p:nvPr/>
        </p:nvCxnSpPr>
        <p:spPr>
          <a:xfrm rot="5400000">
            <a:off x="3757195" y="3271075"/>
            <a:ext cx="191170" cy="1720"/>
          </a:xfrm>
          <a:prstGeom prst="straightConnector1">
            <a:avLst/>
          </a:prstGeom>
          <a:noFill/>
          <a:ln w="1905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headEnd type="none" w="lg" len="sm"/>
            <a:tailEnd type="arrow" w="lg" len="sm"/>
          </a:ln>
          <a:effectLst/>
        </p:spPr>
      </p:cxnSp>
      <p:cxnSp>
        <p:nvCxnSpPr>
          <p:cNvPr id="97" name="직선 화살표 연결선 96"/>
          <p:cNvCxnSpPr/>
          <p:nvPr/>
        </p:nvCxnSpPr>
        <p:spPr>
          <a:xfrm rot="5400000">
            <a:off x="4405267" y="4363013"/>
            <a:ext cx="191170" cy="1720"/>
          </a:xfrm>
          <a:prstGeom prst="straightConnector1">
            <a:avLst/>
          </a:prstGeom>
          <a:noFill/>
          <a:ln w="1905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headEnd type="none" w="lg" len="sm"/>
            <a:tailEnd type="arrow" w="lg" len="sm"/>
          </a:ln>
          <a:effectLst/>
        </p:spPr>
      </p:cxnSp>
      <p:sp>
        <p:nvSpPr>
          <p:cNvPr id="98" name="모서리가 둥근 직사각형 97"/>
          <p:cNvSpPr/>
          <p:nvPr/>
        </p:nvSpPr>
        <p:spPr>
          <a:xfrm>
            <a:off x="4501712" y="2434535"/>
            <a:ext cx="1064080" cy="198788"/>
          </a:xfrm>
          <a:prstGeom prst="roundRect">
            <a:avLst/>
          </a:prstGeom>
          <a:solidFill>
            <a:srgbClr val="99FF33"/>
          </a:solidFill>
          <a:ln w="635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dirty="0" smtClean="0">
                <a:solidFill>
                  <a:prstClr val="black"/>
                </a:solidFill>
                <a:latin typeface="맑은 고딕"/>
                <a:ea typeface="맑은 고딕"/>
              </a:rPr>
              <a:t>IITP</a:t>
            </a:r>
          </a:p>
        </p:txBody>
      </p:sp>
      <p:sp>
        <p:nvSpPr>
          <p:cNvPr id="99" name="포인트가 24개인 별 98"/>
          <p:cNvSpPr/>
          <p:nvPr/>
        </p:nvSpPr>
        <p:spPr bwMode="auto">
          <a:xfrm>
            <a:off x="2983942" y="3663827"/>
            <a:ext cx="723054" cy="720080"/>
          </a:xfrm>
          <a:prstGeom prst="star24">
            <a:avLst/>
          </a:prstGeom>
          <a:solidFill>
            <a:srgbClr val="0000CC"/>
          </a:solidFill>
          <a:ln>
            <a:noFill/>
          </a:ln>
          <a:effectLst/>
          <a:extLst/>
        </p:spPr>
        <p:txBody>
          <a:bodyPr wrap="none" rtlCol="0" anchor="ctr"/>
          <a:lstStyle/>
          <a:p>
            <a:pPr algn="ctr"/>
            <a:r>
              <a:rPr lang="ko-KR" altLang="en-US" sz="1000" b="1" dirty="0" smtClean="0">
                <a:solidFill>
                  <a:schemeClr val="bg1"/>
                </a:solidFill>
              </a:rPr>
              <a:t>사업선정</a:t>
            </a:r>
            <a:endParaRPr lang="en-US" altLang="ko-KR" sz="1000" b="1" dirty="0" smtClean="0">
              <a:solidFill>
                <a:schemeClr val="bg1"/>
              </a:solidFill>
            </a:endParaRPr>
          </a:p>
          <a:p>
            <a:pPr algn="ctr"/>
            <a:r>
              <a:rPr lang="ko-KR" altLang="en-US" sz="1000" b="1" dirty="0" smtClean="0">
                <a:solidFill>
                  <a:schemeClr val="bg1"/>
                </a:solidFill>
              </a:rPr>
              <a:t>순위점검</a:t>
            </a:r>
          </a:p>
        </p:txBody>
      </p:sp>
      <p:sp>
        <p:nvSpPr>
          <p:cNvPr id="100" name="포인트가 24개인 별 99"/>
          <p:cNvSpPr/>
          <p:nvPr/>
        </p:nvSpPr>
        <p:spPr bwMode="auto">
          <a:xfrm>
            <a:off x="4267683" y="4919070"/>
            <a:ext cx="723054" cy="720080"/>
          </a:xfrm>
          <a:prstGeom prst="star24">
            <a:avLst/>
          </a:prstGeom>
          <a:solidFill>
            <a:srgbClr val="0000CC"/>
          </a:solidFill>
          <a:ln>
            <a:noFill/>
          </a:ln>
          <a:effectLst/>
          <a:extLst/>
        </p:spPr>
        <p:txBody>
          <a:bodyPr wrap="none" rtlCol="0" anchor="ctr"/>
          <a:lstStyle/>
          <a:p>
            <a:pPr algn="ctr"/>
            <a:r>
              <a:rPr lang="ko-KR" altLang="en-US" sz="1000" b="1" dirty="0" smtClean="0">
                <a:solidFill>
                  <a:schemeClr val="bg1"/>
                </a:solidFill>
              </a:rPr>
              <a:t>사업심의</a:t>
            </a:r>
            <a:endParaRPr lang="en-US" altLang="ko-KR" sz="1000" b="1" dirty="0" smtClean="0">
              <a:solidFill>
                <a:schemeClr val="bg1"/>
              </a:solidFill>
            </a:endParaRPr>
          </a:p>
          <a:p>
            <a:pPr algn="ctr"/>
            <a:r>
              <a:rPr lang="ko-KR" altLang="en-US" sz="1000" b="1" dirty="0" smtClean="0">
                <a:solidFill>
                  <a:schemeClr val="bg1"/>
                </a:solidFill>
              </a:rPr>
              <a:t>상태점검</a:t>
            </a:r>
          </a:p>
        </p:txBody>
      </p:sp>
      <p:sp>
        <p:nvSpPr>
          <p:cNvPr id="101" name="포인트가 24개인 별 100"/>
          <p:cNvSpPr/>
          <p:nvPr/>
        </p:nvSpPr>
        <p:spPr bwMode="auto">
          <a:xfrm>
            <a:off x="7553529" y="4831091"/>
            <a:ext cx="723054" cy="720080"/>
          </a:xfrm>
          <a:prstGeom prst="star24">
            <a:avLst/>
          </a:prstGeom>
          <a:solidFill>
            <a:srgbClr val="0000CC"/>
          </a:solidFill>
          <a:ln>
            <a:solidFill>
              <a:schemeClr val="bg1"/>
            </a:solidFill>
          </a:ln>
          <a:effectLst/>
          <a:extLst/>
        </p:spPr>
        <p:txBody>
          <a:bodyPr wrap="none" rtlCol="0" anchor="ctr"/>
          <a:lstStyle/>
          <a:p>
            <a:pPr algn="ctr"/>
            <a:r>
              <a:rPr lang="ko-KR" altLang="en-US" sz="1000" b="1" dirty="0" smtClean="0">
                <a:solidFill>
                  <a:schemeClr val="bg1"/>
                </a:solidFill>
              </a:rPr>
              <a:t>사업확정</a:t>
            </a:r>
            <a:endParaRPr lang="en-US" altLang="ko-KR" sz="1000" b="1" dirty="0" smtClean="0">
              <a:solidFill>
                <a:schemeClr val="bg1"/>
              </a:solidFill>
            </a:endParaRPr>
          </a:p>
          <a:p>
            <a:pPr algn="ctr"/>
            <a:r>
              <a:rPr lang="ko-KR" altLang="en-US" sz="1000" b="1" dirty="0" smtClean="0">
                <a:solidFill>
                  <a:schemeClr val="bg1"/>
                </a:solidFill>
              </a:rPr>
              <a:t>여부확인</a:t>
            </a:r>
          </a:p>
        </p:txBody>
      </p:sp>
      <p:sp>
        <p:nvSpPr>
          <p:cNvPr id="102" name="포인트가 24개인 별 101"/>
          <p:cNvSpPr/>
          <p:nvPr/>
        </p:nvSpPr>
        <p:spPr bwMode="auto">
          <a:xfrm>
            <a:off x="2843808" y="2392256"/>
            <a:ext cx="723054" cy="720080"/>
          </a:xfrm>
          <a:prstGeom prst="star24">
            <a:avLst/>
          </a:prstGeom>
          <a:solidFill>
            <a:srgbClr val="0000CC"/>
          </a:solidFill>
          <a:ln>
            <a:noFill/>
          </a:ln>
          <a:effectLst/>
          <a:extLst/>
        </p:spPr>
        <p:txBody>
          <a:bodyPr wrap="none" rtlCol="0" anchor="ctr"/>
          <a:lstStyle/>
          <a:p>
            <a:pPr algn="ctr"/>
            <a:r>
              <a:rPr lang="ko-KR" altLang="en-US" sz="1000" b="1" dirty="0" smtClean="0">
                <a:solidFill>
                  <a:schemeClr val="bg1"/>
                </a:solidFill>
              </a:rPr>
              <a:t>내부심의</a:t>
            </a:r>
            <a:endParaRPr lang="en-US" altLang="ko-KR" sz="1000" b="1" dirty="0" smtClean="0">
              <a:solidFill>
                <a:schemeClr val="bg1"/>
              </a:solidFill>
            </a:endParaRPr>
          </a:p>
          <a:p>
            <a:pPr algn="ctr"/>
            <a:r>
              <a:rPr lang="ko-KR" altLang="en-US" sz="1000" b="1" dirty="0" smtClean="0">
                <a:solidFill>
                  <a:schemeClr val="bg1"/>
                </a:solidFill>
              </a:rPr>
              <a:t>결과분석</a:t>
            </a:r>
          </a:p>
        </p:txBody>
      </p:sp>
    </p:spTree>
    <p:extLst>
      <p:ext uri="{BB962C8B-B14F-4D97-AF65-F5344CB8AC3E}">
        <p14:creationId xmlns:p14="http://schemas.microsoft.com/office/powerpoint/2010/main" val="665696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4" descr="감사 copy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내용 개체 틀 2"/>
          <p:cNvSpPr txBox="1">
            <a:spLocks/>
          </p:cNvSpPr>
          <p:nvPr/>
        </p:nvSpPr>
        <p:spPr>
          <a:xfrm rot="21297494">
            <a:off x="899645" y="2450498"/>
            <a:ext cx="7315200" cy="1962006"/>
          </a:xfrm>
          <a:prstGeom prst="rect">
            <a:avLst/>
          </a:prstGeom>
        </p:spPr>
        <p:txBody>
          <a:bodyPr anchor="ctr">
            <a:normAutofit fontScale="92500" lnSpcReduction="10000"/>
          </a:bodyPr>
          <a:lstStyle>
            <a:lvl1pPr marL="341313" indent="-341313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1363" indent="-284163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1413" indent="-227013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8613" indent="-227013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5813" indent="-227013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187" indent="-228563" algn="l" defTabSz="91425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313" indent="-228563" algn="l" defTabSz="91425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438" indent="-228563" algn="l" defTabSz="91425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564" indent="-228563" algn="l" defTabSz="91425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 algn="ctr">
              <a:buFont typeface="Arial" pitchFamily="34" charset="0"/>
              <a:buNone/>
            </a:pPr>
            <a:r>
              <a:rPr kumimoji="0" lang="en-US" altLang="ko-KR" sz="10000" smtClean="0">
                <a:blipFill>
                  <a:blip r:embed="rId3"/>
                  <a:stretch>
                    <a:fillRect/>
                  </a:stretch>
                </a:blipFill>
                <a:latin typeface="Impact" pitchFamily="34" charset="0"/>
              </a:rPr>
              <a:t>Thank You</a:t>
            </a:r>
          </a:p>
          <a:p>
            <a:pPr marL="45720" indent="0" algn="ctr">
              <a:buFont typeface="Arial" pitchFamily="34" charset="0"/>
              <a:buNone/>
            </a:pPr>
            <a:r>
              <a:rPr kumimoji="0" lang="en-US" altLang="ko-KR" sz="3800" smtClean="0">
                <a:latin typeface="Lucida Handwriting" pitchFamily="66" charset="0"/>
              </a:rPr>
              <a:t>Any questions? </a:t>
            </a:r>
            <a:endParaRPr kumimoji="0" lang="ko-KR" altLang="en-US" sz="3800" dirty="0">
              <a:latin typeface="Lucida Handwriting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사용자 지정 1">
      <a:majorFont>
        <a:latin typeface="맑은 고딕"/>
        <a:ea typeface="HY헤드라인M"/>
        <a:cs typeface=""/>
      </a:majorFont>
      <a:minorFont>
        <a:latin typeface="맑은 고딕"/>
        <a:ea typeface="HY헤드라인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blipFill dpi="0" rotWithShape="1">
          <a:blip xmlns:r="http://schemas.openxmlformats.org/officeDocument/2006/relationships" r:embed="rId1"/>
          <a:srcRect/>
          <a:stretch>
            <a:fillRect/>
          </a:stretch>
        </a:blipFill>
        <a:ln>
          <a:noFill/>
        </a:ln>
        <a:effectLst/>
        <a:extLst/>
      </a:spPr>
      <a:bodyPr wrap="none" rtlCol="0" anchor="ctr"/>
      <a:lstStyle>
        <a:defPPr algn="ctr">
          <a:defRPr sz="1000" b="1" dirty="0" smtClean="0"/>
        </a:defPPr>
      </a:lst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14793</TotalTime>
  <Words>799</Words>
  <Application>Microsoft Office PowerPoint</Application>
  <PresentationFormat>화면 슬라이드 쇼(4:3)</PresentationFormat>
  <Paragraphs>305</Paragraphs>
  <Slides>19</Slides>
  <Notes>18</Notes>
  <HiddenSlides>0</HiddenSlides>
  <MMClips>0</MMClips>
  <ScaleCrop>false</ScaleCrop>
  <HeadingPairs>
    <vt:vector size="6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32" baseType="lpstr">
      <vt:lpstr>굴림</vt:lpstr>
      <vt:lpstr>Arial</vt:lpstr>
      <vt:lpstr>HY견명조</vt:lpstr>
      <vt:lpstr>나눔고딕 ExtraBold</vt:lpstr>
      <vt:lpstr>Lucida Handwriting</vt:lpstr>
      <vt:lpstr>나눔고딕</vt:lpstr>
      <vt:lpstr>HY헤드라인M</vt:lpstr>
      <vt:lpstr>Arial Narrow</vt:lpstr>
      <vt:lpstr>맑은 고딕</vt:lpstr>
      <vt:lpstr>Impact</vt:lpstr>
      <vt:lpstr>HY견고딕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고대훈</dc:creator>
  <cp:lastModifiedBy>Windows 사용자</cp:lastModifiedBy>
  <cp:revision>1083</cp:revision>
  <cp:lastPrinted>2016-04-25T00:06:22Z</cp:lastPrinted>
  <dcterms:created xsi:type="dcterms:W3CDTF">2008-03-21T10:16:45Z</dcterms:created>
  <dcterms:modified xsi:type="dcterms:W3CDTF">2016-08-08T06:36:24Z</dcterms:modified>
</cp:coreProperties>
</file>